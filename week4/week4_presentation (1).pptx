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514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AF4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AF4E7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7185893" y="9165842"/>
            <a:ext cx="914399" cy="9143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80624" y="425607"/>
            <a:ext cx="6726750" cy="1016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400824" y="1649903"/>
            <a:ext cx="14387194" cy="69316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66843" y="9165842"/>
            <a:ext cx="914399" cy="91439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93370" y="2657222"/>
            <a:ext cx="11296649" cy="248602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7884277" y="5270194"/>
            <a:ext cx="2519680" cy="10229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550" spc="-65" dirty="0"/>
              <a:t>Week</a:t>
            </a:r>
            <a:r>
              <a:rPr sz="6550" spc="-1100" dirty="0"/>
              <a:t> </a:t>
            </a:r>
            <a:r>
              <a:rPr lang="en-US" sz="6550" spc="-600" dirty="0"/>
              <a:t>4</a:t>
            </a:r>
            <a:endParaRPr sz="6550" dirty="0"/>
          </a:p>
        </p:txBody>
      </p:sp>
      <p:sp>
        <p:nvSpPr>
          <p:cNvPr id="5" name="object 5"/>
          <p:cNvSpPr txBox="1"/>
          <p:nvPr/>
        </p:nvSpPr>
        <p:spPr>
          <a:xfrm>
            <a:off x="17561080" y="296909"/>
            <a:ext cx="1270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409" dirty="0">
                <a:solidFill>
                  <a:srgbClr val="0E2944"/>
                </a:solidFill>
                <a:latin typeface="Verdana"/>
                <a:cs typeface="Verdana"/>
              </a:rPr>
              <a:t>1</a:t>
            </a:r>
            <a:endParaRPr sz="18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796424" y="1801546"/>
            <a:ext cx="951230" cy="72059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390"/>
              </a:lnSpc>
            </a:pPr>
            <a:r>
              <a:rPr sz="2900" b="1" spc="-145" dirty="0">
                <a:latin typeface="Tahoma"/>
                <a:cs typeface="Tahoma"/>
              </a:rPr>
              <a:t>Sr.</a:t>
            </a:r>
            <a:r>
              <a:rPr sz="2900" b="1" spc="-365" dirty="0">
                <a:latin typeface="Tahoma"/>
                <a:cs typeface="Tahoma"/>
              </a:rPr>
              <a:t> </a:t>
            </a:r>
            <a:r>
              <a:rPr sz="2900" b="1" spc="-140" dirty="0">
                <a:latin typeface="Tahoma"/>
                <a:cs typeface="Tahoma"/>
              </a:rPr>
              <a:t>no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15" dirty="0">
                <a:latin typeface="Tahoma"/>
                <a:cs typeface="Tahoma"/>
              </a:rPr>
              <a:t>1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03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2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3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20" dirty="0">
                <a:latin typeface="Tahoma"/>
                <a:cs typeface="Tahoma"/>
              </a:rPr>
              <a:t>4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37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5</a:t>
            </a:r>
            <a:endParaRPr sz="29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161180" y="1801546"/>
            <a:ext cx="3314700" cy="72059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390"/>
              </a:lnSpc>
            </a:pPr>
            <a:r>
              <a:rPr sz="2900" b="1" spc="-10" dirty="0">
                <a:latin typeface="Tahoma"/>
                <a:cs typeface="Tahoma"/>
              </a:rPr>
              <a:t>Contents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145" dirty="0">
                <a:latin typeface="Tahoma"/>
                <a:cs typeface="Tahoma"/>
              </a:rPr>
              <a:t>Week1Sketch1</a:t>
            </a:r>
            <a:endParaRPr sz="2900">
              <a:latin typeface="Tahoma"/>
              <a:cs typeface="Tahoma"/>
            </a:endParaRPr>
          </a:p>
          <a:p>
            <a:pPr indent="-635" algn="ctr">
              <a:lnSpc>
                <a:spcPct val="330100"/>
              </a:lnSpc>
              <a:spcBef>
                <a:spcPts val="25"/>
              </a:spcBef>
            </a:pPr>
            <a:r>
              <a:rPr sz="2900" b="1" spc="-110" dirty="0">
                <a:latin typeface="Tahoma"/>
                <a:cs typeface="Tahoma"/>
              </a:rPr>
              <a:t>Week1Sketch2 </a:t>
            </a:r>
            <a:r>
              <a:rPr sz="2900" b="1" spc="-190" dirty="0">
                <a:latin typeface="Tahoma"/>
                <a:cs typeface="Tahoma"/>
              </a:rPr>
              <a:t>Week1Assignment1</a:t>
            </a:r>
            <a:endParaRPr sz="2900">
              <a:latin typeface="Tahoma"/>
              <a:cs typeface="Tahoma"/>
            </a:endParaRPr>
          </a:p>
          <a:p>
            <a:pPr algn="ctr">
              <a:lnSpc>
                <a:spcPct val="297400"/>
              </a:lnSpc>
              <a:spcBef>
                <a:spcPts val="540"/>
              </a:spcBef>
            </a:pPr>
            <a:r>
              <a:rPr sz="2900" b="1" spc="-190" dirty="0">
                <a:latin typeface="Tahoma"/>
                <a:cs typeface="Tahoma"/>
              </a:rPr>
              <a:t>Week1Assignment2 </a:t>
            </a:r>
            <a:r>
              <a:rPr sz="2900" b="1" spc="-105" dirty="0">
                <a:latin typeface="Tahoma"/>
                <a:cs typeface="Tahoma"/>
              </a:rPr>
              <a:t>Insights</a:t>
            </a:r>
            <a:endParaRPr sz="2900">
              <a:latin typeface="Tahoma"/>
              <a:cs typeface="Tahoma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0893958"/>
              </p:ext>
            </p:extLst>
          </p:nvPr>
        </p:nvGraphicFramePr>
        <p:xfrm>
          <a:off x="3592827" y="1629647"/>
          <a:ext cx="11092180" cy="8622030"/>
        </p:xfrm>
        <a:graphic>
          <a:graphicData uri="http://schemas.openxmlformats.org/drawingml/2006/table">
            <a:tbl>
              <a:tblPr firstRow="1" bandRow="1">
                <a:tableStyleId>{08FB837D-C827-4EFA-A057-4D05807E0F7C}</a:tableStyleId>
              </a:tblPr>
              <a:tblGrid>
                <a:gridCol w="1332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9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083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300" dirty="0">
                          <a:latin typeface="Times New Roman"/>
                          <a:cs typeface="Times New Roman"/>
                        </a:rPr>
                        <a:t>Sr no</a:t>
                      </a:r>
                      <a:endParaRPr sz="5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300" dirty="0">
                          <a:latin typeface="Times New Roman"/>
                          <a:cs typeface="Times New Roman"/>
                        </a:rPr>
                        <a:t>index</a:t>
                      </a:r>
                      <a:endParaRPr sz="5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177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700" dirty="0">
                          <a:latin typeface="Times New Roman"/>
                          <a:cs typeface="Times New Roman"/>
                        </a:rPr>
                        <a:t>1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6000" spc="-310" dirty="0"/>
                        <a:t>W</a:t>
                      </a:r>
                      <a:r>
                        <a:rPr lang="en-IN" sz="6000" spc="-330" dirty="0"/>
                        <a:t>ee</a:t>
                      </a:r>
                      <a:r>
                        <a:rPr lang="en-IN" sz="6000" spc="-325" dirty="0"/>
                        <a:t>k4</a:t>
                      </a:r>
                      <a:r>
                        <a:rPr lang="en-IN" sz="6000" spc="-235" dirty="0"/>
                        <a:t>S</a:t>
                      </a:r>
                      <a:r>
                        <a:rPr lang="en-IN" sz="6000" spc="-325" dirty="0"/>
                        <a:t>k</a:t>
                      </a:r>
                      <a:r>
                        <a:rPr lang="en-IN" sz="6000" spc="-330" dirty="0"/>
                        <a:t>e</a:t>
                      </a:r>
                      <a:r>
                        <a:rPr lang="en-IN" sz="6000" spc="-405" dirty="0"/>
                        <a:t>t</a:t>
                      </a:r>
                      <a:r>
                        <a:rPr lang="en-IN" sz="6000" spc="-305" dirty="0"/>
                        <a:t>c</a:t>
                      </a:r>
                      <a:r>
                        <a:rPr lang="en-IN" sz="6000" spc="-320" dirty="0"/>
                        <a:t>h</a:t>
                      </a:r>
                      <a:r>
                        <a:rPr lang="en-IN" sz="6000" spc="140" dirty="0"/>
                        <a:t>1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5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700" dirty="0">
                          <a:latin typeface="Times New Roman"/>
                          <a:cs typeface="Times New Roman"/>
                        </a:rPr>
                        <a:t>2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6000" spc="-195" dirty="0"/>
                        <a:t>W</a:t>
                      </a:r>
                      <a:r>
                        <a:rPr lang="en-IN" sz="6000" spc="-215" dirty="0"/>
                        <a:t>ee</a:t>
                      </a:r>
                      <a:r>
                        <a:rPr lang="en-IN" sz="6000" spc="-210" dirty="0"/>
                        <a:t>k</a:t>
                      </a:r>
                      <a:r>
                        <a:rPr lang="en-IN" sz="6000" spc="-335" dirty="0"/>
                        <a:t>4</a:t>
                      </a:r>
                      <a:r>
                        <a:rPr lang="en-IN" sz="6000" spc="-120" dirty="0"/>
                        <a:t>S</a:t>
                      </a:r>
                      <a:r>
                        <a:rPr lang="en-IN" sz="6000" spc="-210" dirty="0"/>
                        <a:t>k</a:t>
                      </a:r>
                      <a:r>
                        <a:rPr lang="en-IN" sz="6000" spc="-215" dirty="0"/>
                        <a:t>e</a:t>
                      </a:r>
                      <a:r>
                        <a:rPr lang="en-IN" sz="6000" spc="-290" dirty="0"/>
                        <a:t>t</a:t>
                      </a:r>
                      <a:r>
                        <a:rPr lang="en-IN" sz="6000" spc="-190" dirty="0"/>
                        <a:t>c</a:t>
                      </a:r>
                      <a:r>
                        <a:rPr lang="en-IN" sz="6000" spc="-204" dirty="0"/>
                        <a:t>h</a:t>
                      </a:r>
                      <a:r>
                        <a:rPr lang="en-IN" sz="6000" spc="254" dirty="0"/>
                        <a:t>2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85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38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38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8180285" y="49006"/>
            <a:ext cx="1927860" cy="10229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550" spc="-330" dirty="0"/>
              <a:t>I</a:t>
            </a:r>
            <a:r>
              <a:rPr sz="6550" spc="-265" dirty="0"/>
              <a:t>n</a:t>
            </a:r>
            <a:r>
              <a:rPr sz="6550" spc="-250" dirty="0"/>
              <a:t>d</a:t>
            </a:r>
            <a:r>
              <a:rPr sz="6550" spc="-270" dirty="0"/>
              <a:t>e</a:t>
            </a:r>
            <a:r>
              <a:rPr sz="6550" spc="204" dirty="0"/>
              <a:t>x</a:t>
            </a:r>
            <a:endParaRPr sz="6550"/>
          </a:p>
        </p:txBody>
      </p:sp>
      <p:sp>
        <p:nvSpPr>
          <p:cNvPr id="6" name="object 6"/>
          <p:cNvSpPr txBox="1"/>
          <p:nvPr/>
        </p:nvSpPr>
        <p:spPr>
          <a:xfrm>
            <a:off x="17542476" y="296909"/>
            <a:ext cx="1638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50" dirty="0">
                <a:solidFill>
                  <a:srgbClr val="0E2944"/>
                </a:solidFill>
                <a:latin typeface="Verdana"/>
                <a:cs typeface="Verdana"/>
              </a:rPr>
              <a:t>2</a:t>
            </a:r>
            <a:endParaRPr sz="18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A8ABC-7EF8-401A-BF53-06C176554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0624" y="425607"/>
            <a:ext cx="6726750" cy="2015936"/>
          </a:xfrm>
        </p:spPr>
        <p:txBody>
          <a:bodyPr/>
          <a:lstStyle/>
          <a:p>
            <a:r>
              <a:rPr lang="en-IN" sz="6600" spc="-310" dirty="0"/>
              <a:t>W</a:t>
            </a:r>
            <a:r>
              <a:rPr lang="en-IN" sz="6600" spc="-330" dirty="0"/>
              <a:t>eek4</a:t>
            </a:r>
            <a:r>
              <a:rPr lang="en-IN" sz="6600" spc="-235" dirty="0"/>
              <a:t>S</a:t>
            </a:r>
            <a:r>
              <a:rPr lang="en-IN" sz="6600" spc="-325" dirty="0"/>
              <a:t>k</a:t>
            </a:r>
            <a:r>
              <a:rPr lang="en-IN" sz="6600" spc="-330" dirty="0"/>
              <a:t>e</a:t>
            </a:r>
            <a:r>
              <a:rPr lang="en-IN" sz="6600" spc="-405" dirty="0"/>
              <a:t>t</a:t>
            </a:r>
            <a:r>
              <a:rPr lang="en-IN" sz="6600" spc="-305" dirty="0"/>
              <a:t>c</a:t>
            </a:r>
            <a:r>
              <a:rPr lang="en-IN" sz="6600" spc="-320" dirty="0"/>
              <a:t>h</a:t>
            </a:r>
            <a:r>
              <a:rPr lang="en-IN" sz="6600" spc="140" dirty="0"/>
              <a:t>1</a:t>
            </a:r>
            <a:br>
              <a:rPr lang="en-IN" sz="6600" dirty="0">
                <a:latin typeface="Times New Roman"/>
                <a:cs typeface="Times New Roman"/>
              </a:rPr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A2DB64-B9B2-4694-9BC5-AE88E7D4C4E7}"/>
              </a:ext>
            </a:extLst>
          </p:cNvPr>
          <p:cNvSpPr txBox="1"/>
          <p:nvPr/>
        </p:nvSpPr>
        <p:spPr>
          <a:xfrm>
            <a:off x="12192000" y="2019300"/>
            <a:ext cx="44196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Learn about Revolved tool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Learn about </a:t>
            </a:r>
            <a:r>
              <a:rPr lang="en-US" sz="4000" dirty="0" err="1"/>
              <a:t>Pad,Pocket</a:t>
            </a:r>
            <a:r>
              <a:rPr lang="en-US" sz="4000" dirty="0"/>
              <a:t> and taper view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Thinking about tolerances  (</a:t>
            </a:r>
            <a:r>
              <a:rPr lang="en-US" sz="4000" dirty="0" err="1"/>
              <a:t>preesfit</a:t>
            </a:r>
            <a:r>
              <a:rPr lang="en-US" sz="4000" dirty="0"/>
              <a:t>)</a:t>
            </a:r>
          </a:p>
          <a:p>
            <a:endParaRPr lang="en-IN" sz="4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1D5B41-A527-4143-A6B1-32A22FDEA5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05" y="1433575"/>
            <a:ext cx="11012437" cy="769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870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0E3BF-3D87-4A84-8E38-0D825AE7E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0625" y="342900"/>
            <a:ext cx="6726750" cy="2015936"/>
          </a:xfrm>
        </p:spPr>
        <p:txBody>
          <a:bodyPr/>
          <a:lstStyle/>
          <a:p>
            <a:r>
              <a:rPr lang="en-IN" sz="6600" spc="-195" dirty="0"/>
              <a:t>W</a:t>
            </a:r>
            <a:r>
              <a:rPr lang="en-IN" sz="6600" spc="-215" dirty="0"/>
              <a:t>ee</a:t>
            </a:r>
            <a:r>
              <a:rPr lang="en-IN" sz="6600" spc="-210" dirty="0"/>
              <a:t>k4</a:t>
            </a:r>
            <a:r>
              <a:rPr lang="en-IN" sz="6600" spc="-120" dirty="0"/>
              <a:t>S</a:t>
            </a:r>
            <a:r>
              <a:rPr lang="en-IN" sz="6600" spc="-210" dirty="0"/>
              <a:t>k</a:t>
            </a:r>
            <a:r>
              <a:rPr lang="en-IN" sz="6600" spc="-215" dirty="0"/>
              <a:t>e</a:t>
            </a:r>
            <a:r>
              <a:rPr lang="en-IN" sz="6600" spc="-290" dirty="0"/>
              <a:t>t</a:t>
            </a:r>
            <a:r>
              <a:rPr lang="en-IN" sz="6600" spc="-190" dirty="0"/>
              <a:t>c</a:t>
            </a:r>
            <a:r>
              <a:rPr lang="en-IN" sz="6600" spc="-204" dirty="0"/>
              <a:t>h</a:t>
            </a:r>
            <a:r>
              <a:rPr lang="en-IN" sz="6600" spc="254" dirty="0"/>
              <a:t>2</a:t>
            </a:r>
            <a:br>
              <a:rPr lang="en-IN" sz="6600" dirty="0">
                <a:latin typeface="Times New Roman"/>
                <a:cs typeface="Times New Roman"/>
              </a:rPr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BD25F-091F-4C18-A194-2927C777DB88}"/>
              </a:ext>
            </a:extLst>
          </p:cNvPr>
          <p:cNvSpPr txBox="1"/>
          <p:nvPr/>
        </p:nvSpPr>
        <p:spPr>
          <a:xfrm>
            <a:off x="10287000" y="2805653"/>
            <a:ext cx="65532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400" dirty="0"/>
              <a:t>Learn about clone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400" dirty="0" err="1"/>
              <a:t>Difrrence</a:t>
            </a:r>
            <a:r>
              <a:rPr lang="en-US" sz="4400" dirty="0"/>
              <a:t> between Copy paste and cloning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CCD3C4-A625-4675-9555-41508F814D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1" y="1432994"/>
            <a:ext cx="8534400" cy="7421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190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</TotalTime>
  <Words>58</Words>
  <Application>Microsoft Office PowerPoint</Application>
  <PresentationFormat>Custom</PresentationFormat>
  <Paragraphs>36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Tahoma</vt:lpstr>
      <vt:lpstr>Times New Roman</vt:lpstr>
      <vt:lpstr>Trebuchet MS</vt:lpstr>
      <vt:lpstr>Verdana</vt:lpstr>
      <vt:lpstr>Office Theme</vt:lpstr>
      <vt:lpstr>Week 4</vt:lpstr>
      <vt:lpstr>Index</vt:lpstr>
      <vt:lpstr>Week4Sketch1 </vt:lpstr>
      <vt:lpstr>Week4Sketch2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ProBUILD - Template</dc:title>
  <dc:creator>Anish Patil</dc:creator>
  <cp:keywords>DAG3R4azbOk,BAFA7nme8DI,0</cp:keywords>
  <cp:lastModifiedBy>Vaishnavi Manwatkar</cp:lastModifiedBy>
  <cp:revision>9</cp:revision>
  <dcterms:created xsi:type="dcterms:W3CDTF">2025-11-02T10:03:24Z</dcterms:created>
  <dcterms:modified xsi:type="dcterms:W3CDTF">2025-11-24T08:34:55Z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2025-11-01T00:00:00Z</vt:filetime>
  </property>
  <property fmtid="{D5CDD505-2E9C-101B-9397-08002B2CF9AE}" pid="3" name="Creator">
    <vt:lpwstr>Canva</vt:lpwstr>
  </property>
  <property fmtid="{D5CDD505-2E9C-101B-9397-08002B2CF9AE}" pid="4" name="LastSaved">
    <vt:filetime>2025-11-02T00:00:00Z</vt:filetime>
  </property>
  <property fmtid="{D5CDD505-2E9C-101B-9397-08002B2CF9AE}" pid="5" name="Producer">
    <vt:lpwstr>Canva</vt:lpwstr>
  </property>
</Properties>
</file>