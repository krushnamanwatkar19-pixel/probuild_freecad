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lang="en-US" sz="6550" spc="-600" dirty="0"/>
              <a:t>4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893958"/>
              </p:ext>
            </p:extLst>
          </p:nvPr>
        </p:nvGraphicFramePr>
        <p:xfrm>
          <a:off x="3592827" y="1629647"/>
          <a:ext cx="11092180" cy="862203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310" dirty="0"/>
                        <a:t>W</a:t>
                      </a:r>
                      <a:r>
                        <a:rPr lang="en-IN" sz="6000" spc="-330" dirty="0"/>
                        <a:t>ee</a:t>
                      </a:r>
                      <a:r>
                        <a:rPr lang="en-IN" sz="6000" spc="-325" dirty="0"/>
                        <a:t>k4</a:t>
                      </a:r>
                      <a:r>
                        <a:rPr lang="en-IN" sz="6000" spc="-235" dirty="0"/>
                        <a:t>S</a:t>
                      </a:r>
                      <a:r>
                        <a:rPr lang="en-IN" sz="6000" spc="-325" dirty="0"/>
                        <a:t>k</a:t>
                      </a:r>
                      <a:r>
                        <a:rPr lang="en-IN" sz="6000" spc="-330" dirty="0"/>
                        <a:t>e</a:t>
                      </a:r>
                      <a:r>
                        <a:rPr lang="en-IN" sz="6000" spc="-405" dirty="0"/>
                        <a:t>t</a:t>
                      </a:r>
                      <a:r>
                        <a:rPr lang="en-IN" sz="6000" spc="-305" dirty="0"/>
                        <a:t>c</a:t>
                      </a:r>
                      <a:r>
                        <a:rPr lang="en-IN" sz="6000" spc="-320" dirty="0"/>
                        <a:t>h</a:t>
                      </a:r>
                      <a:r>
                        <a:rPr lang="en-IN" sz="6000" spc="140" dirty="0"/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195" dirty="0"/>
                        <a:t>W</a:t>
                      </a:r>
                      <a:r>
                        <a:rPr lang="en-IN" sz="6000" spc="-215" dirty="0"/>
                        <a:t>ee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335" dirty="0"/>
                        <a:t>4</a:t>
                      </a:r>
                      <a:r>
                        <a:rPr lang="en-IN" sz="6000" spc="-120" dirty="0"/>
                        <a:t>S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215" dirty="0"/>
                        <a:t>e</a:t>
                      </a:r>
                      <a:r>
                        <a:rPr lang="en-IN" sz="6000" spc="-290" dirty="0"/>
                        <a:t>t</a:t>
                      </a:r>
                      <a:r>
                        <a:rPr lang="en-IN" sz="6000" spc="-190" dirty="0"/>
                        <a:t>c</a:t>
                      </a:r>
                      <a:r>
                        <a:rPr lang="en-IN" sz="6000" spc="-204" dirty="0"/>
                        <a:t>h</a:t>
                      </a:r>
                      <a:r>
                        <a:rPr lang="en-IN" sz="6000" spc="254" dirty="0"/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286895"/>
            <a:ext cx="6726750" cy="2015936"/>
          </a:xfrm>
        </p:spPr>
        <p:txBody>
          <a:bodyPr/>
          <a:lstStyle/>
          <a:p>
            <a:r>
              <a:rPr lang="en-IN" sz="6600" spc="-310" dirty="0"/>
              <a:t>W</a:t>
            </a:r>
            <a:r>
              <a:rPr lang="en-IN" sz="6600" spc="-330" dirty="0"/>
              <a:t>eek4</a:t>
            </a:r>
            <a:r>
              <a:rPr lang="en-IN" sz="6600" spc="-235" dirty="0"/>
              <a:t>S</a:t>
            </a:r>
            <a:r>
              <a:rPr lang="en-IN" sz="6600" spc="-325" dirty="0"/>
              <a:t>k</a:t>
            </a:r>
            <a:r>
              <a:rPr lang="en-IN" sz="6600" spc="-330" dirty="0"/>
              <a:t>e</a:t>
            </a:r>
            <a:r>
              <a:rPr lang="en-IN" sz="6600" spc="-405" dirty="0"/>
              <a:t>t</a:t>
            </a:r>
            <a:r>
              <a:rPr lang="en-IN" sz="6600" spc="-305" dirty="0"/>
              <a:t>c</a:t>
            </a:r>
            <a:r>
              <a:rPr lang="en-IN" sz="6600" spc="-320" dirty="0"/>
              <a:t>h</a:t>
            </a:r>
            <a:r>
              <a:rPr lang="en-IN" sz="6600" spc="140" dirty="0"/>
              <a:t>1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1D5B41-A527-4143-A6B1-32A22FDEA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94863"/>
            <a:ext cx="13354818" cy="76972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E3BF-3D87-4A84-8E38-0D825AE7E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0" y="190500"/>
            <a:ext cx="6726750" cy="2015936"/>
          </a:xfrm>
        </p:spPr>
        <p:txBody>
          <a:bodyPr/>
          <a:lstStyle/>
          <a:p>
            <a:r>
              <a:rPr lang="en-IN" sz="6600" spc="-195" dirty="0"/>
              <a:t>W</a:t>
            </a:r>
            <a:r>
              <a:rPr lang="en-IN" sz="6600" spc="-215" dirty="0"/>
              <a:t>ee</a:t>
            </a:r>
            <a:r>
              <a:rPr lang="en-IN" sz="6600" spc="-210" dirty="0"/>
              <a:t>k4</a:t>
            </a:r>
            <a:r>
              <a:rPr lang="en-IN" sz="6600" spc="-120" dirty="0"/>
              <a:t>S</a:t>
            </a:r>
            <a:r>
              <a:rPr lang="en-IN" sz="6600" spc="-210" dirty="0"/>
              <a:t>k</a:t>
            </a:r>
            <a:r>
              <a:rPr lang="en-IN" sz="6600" spc="-215" dirty="0"/>
              <a:t>e</a:t>
            </a:r>
            <a:r>
              <a:rPr lang="en-IN" sz="6600" spc="-290" dirty="0"/>
              <a:t>t</a:t>
            </a:r>
            <a:r>
              <a:rPr lang="en-IN" sz="6600" spc="-190" dirty="0"/>
              <a:t>c</a:t>
            </a:r>
            <a:r>
              <a:rPr lang="en-IN" sz="6600" spc="-204" dirty="0"/>
              <a:t>h</a:t>
            </a:r>
            <a:r>
              <a:rPr lang="en-IN" sz="6600" spc="254" dirty="0"/>
              <a:t>2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CCD3C4-A625-4675-9555-41508F814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432994"/>
            <a:ext cx="11506200" cy="74210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19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154E-625A-4489-BDFA-0B8A63210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64445-A7A1-4BC7-AE80-9BCD834861CE}"/>
              </a:ext>
            </a:extLst>
          </p:cNvPr>
          <p:cNvSpPr txBox="1"/>
          <p:nvPr/>
        </p:nvSpPr>
        <p:spPr>
          <a:xfrm>
            <a:off x="685800" y="2476500"/>
            <a:ext cx="15468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Learn about Revolved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Learn about </a:t>
            </a:r>
            <a:r>
              <a:rPr lang="en-US" sz="3200" dirty="0" err="1"/>
              <a:t>Pad,Pocket</a:t>
            </a:r>
            <a:r>
              <a:rPr lang="en-US" sz="3200" dirty="0"/>
              <a:t> and taper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Thinking about tolerances  (</a:t>
            </a:r>
            <a:r>
              <a:rPr lang="en-US" sz="3200" dirty="0" err="1"/>
              <a:t>preesfit</a:t>
            </a:r>
            <a:r>
              <a:rPr lang="en-US" sz="3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Learn about clone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Difrrence</a:t>
            </a:r>
            <a:r>
              <a:rPr lang="en-US" sz="3200" dirty="0"/>
              <a:t> between Copy paste and cloning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502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59</Words>
  <Application>Microsoft Office PowerPoint</Application>
  <PresentationFormat>Custom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Tahoma</vt:lpstr>
      <vt:lpstr>Times New Roman</vt:lpstr>
      <vt:lpstr>Trebuchet MS</vt:lpstr>
      <vt:lpstr>Verdana</vt:lpstr>
      <vt:lpstr>Office Theme</vt:lpstr>
      <vt:lpstr>Week 4</vt:lpstr>
      <vt:lpstr>Index</vt:lpstr>
      <vt:lpstr>Week4Sketch1 </vt:lpstr>
      <vt:lpstr>Week4Sketch2 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10</cp:revision>
  <dcterms:created xsi:type="dcterms:W3CDTF">2025-11-02T10:03:24Z</dcterms:created>
  <dcterms:modified xsi:type="dcterms:W3CDTF">2025-11-26T14:38:38Z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