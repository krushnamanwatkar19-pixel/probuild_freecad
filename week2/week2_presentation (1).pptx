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3" r:id="rId7"/>
    <p:sldId id="266" r:id="rId8"/>
    <p:sldId id="267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2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540065"/>
              </p:ext>
            </p:extLst>
          </p:nvPr>
        </p:nvGraphicFramePr>
        <p:xfrm>
          <a:off x="3592827" y="1629647"/>
          <a:ext cx="11092180" cy="885507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310" dirty="0"/>
                        <a:t>W</a:t>
                      </a:r>
                      <a:r>
                        <a:rPr lang="en-IN" sz="6000" spc="-330" dirty="0"/>
                        <a:t>ee</a:t>
                      </a:r>
                      <a:r>
                        <a:rPr lang="en-IN" sz="6000" spc="-325" dirty="0"/>
                        <a:t>k2</a:t>
                      </a:r>
                      <a:r>
                        <a:rPr lang="en-IN" sz="6000" spc="-235" dirty="0"/>
                        <a:t>S</a:t>
                      </a:r>
                      <a:r>
                        <a:rPr lang="en-IN" sz="6000" spc="-325" dirty="0"/>
                        <a:t>k</a:t>
                      </a:r>
                      <a:r>
                        <a:rPr lang="en-IN" sz="6000" spc="-330" dirty="0"/>
                        <a:t>e</a:t>
                      </a:r>
                      <a:r>
                        <a:rPr lang="en-IN" sz="6000" spc="-405" dirty="0"/>
                        <a:t>t</a:t>
                      </a:r>
                      <a:r>
                        <a:rPr lang="en-IN" sz="6000" spc="-305" dirty="0"/>
                        <a:t>c</a:t>
                      </a:r>
                      <a:r>
                        <a:rPr lang="en-IN" sz="6000" spc="-320" dirty="0"/>
                        <a:t>h</a:t>
                      </a:r>
                      <a:r>
                        <a:rPr lang="en-IN" sz="6000" spc="140" dirty="0"/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195" dirty="0"/>
                        <a:t>W</a:t>
                      </a:r>
                      <a:r>
                        <a:rPr lang="en-IN" sz="6000" spc="-215" dirty="0"/>
                        <a:t>ee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335" dirty="0"/>
                        <a:t>2</a:t>
                      </a:r>
                      <a:r>
                        <a:rPr lang="en-IN" sz="6000" spc="-120" dirty="0"/>
                        <a:t>S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215" dirty="0"/>
                        <a:t>e</a:t>
                      </a:r>
                      <a:r>
                        <a:rPr lang="en-IN" sz="6000" spc="-290" dirty="0"/>
                        <a:t>t</a:t>
                      </a:r>
                      <a:r>
                        <a:rPr lang="en-IN" sz="6000" spc="-190" dirty="0"/>
                        <a:t>c</a:t>
                      </a:r>
                      <a:r>
                        <a:rPr lang="en-IN" sz="6000" spc="-204" dirty="0"/>
                        <a:t>h</a:t>
                      </a:r>
                      <a:r>
                        <a:rPr lang="en-IN" sz="6000" spc="254" dirty="0"/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5400" spc="-195" dirty="0"/>
                        <a:t>W</a:t>
                      </a:r>
                      <a:r>
                        <a:rPr lang="en-IN" sz="5400" spc="-215" dirty="0"/>
                        <a:t>ee</a:t>
                      </a:r>
                      <a:r>
                        <a:rPr lang="en-IN" sz="5400" spc="-210" dirty="0"/>
                        <a:t>k</a:t>
                      </a:r>
                      <a:r>
                        <a:rPr lang="en-IN" sz="5400" spc="-335" dirty="0"/>
                        <a:t>2</a:t>
                      </a:r>
                      <a:r>
                        <a:rPr lang="en-IN" sz="5400" spc="-120" dirty="0"/>
                        <a:t>S</a:t>
                      </a:r>
                      <a:r>
                        <a:rPr lang="en-IN" sz="5400" spc="-210" dirty="0"/>
                        <a:t>k</a:t>
                      </a:r>
                      <a:r>
                        <a:rPr lang="en-IN" sz="5400" spc="-215" dirty="0"/>
                        <a:t>e</a:t>
                      </a:r>
                      <a:r>
                        <a:rPr lang="en-IN" sz="5400" spc="-290" dirty="0"/>
                        <a:t>t</a:t>
                      </a:r>
                      <a:r>
                        <a:rPr lang="en-IN" sz="5400" spc="-190" dirty="0"/>
                        <a:t>c</a:t>
                      </a:r>
                      <a:r>
                        <a:rPr lang="en-IN" sz="5400" spc="-204" dirty="0"/>
                        <a:t>h</a:t>
                      </a:r>
                      <a:r>
                        <a:rPr lang="en-IN" sz="5400" spc="254" dirty="0"/>
                        <a:t>3</a:t>
                      </a:r>
                      <a:endParaRPr lang="en-IN" sz="5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08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W</a:t>
            </a:r>
            <a:r>
              <a:rPr spc="-330" dirty="0"/>
              <a:t>ee</a:t>
            </a:r>
            <a:r>
              <a:rPr spc="-325" dirty="0"/>
              <a:t>k</a:t>
            </a:r>
            <a:r>
              <a:rPr spc="-235" dirty="0"/>
              <a:t>S</a:t>
            </a:r>
            <a:r>
              <a:rPr spc="-325" dirty="0"/>
              <a:t>k</a:t>
            </a:r>
            <a:r>
              <a:rPr spc="-330" dirty="0"/>
              <a:t>e</a:t>
            </a:r>
            <a:r>
              <a:rPr spc="-405" dirty="0"/>
              <a:t>t</a:t>
            </a:r>
            <a:r>
              <a:rPr spc="-305" dirty="0"/>
              <a:t>c</a:t>
            </a:r>
            <a:r>
              <a:rPr spc="-320" dirty="0"/>
              <a:t>h</a:t>
            </a:r>
            <a:r>
              <a:rPr spc="140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38904" y="296909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D2D9F5-40B1-41E1-AC3C-A8CC92092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042" y="1722830"/>
            <a:ext cx="12993913" cy="8564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75DF-ACEC-49AD-A8DF-5C9FEB35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B563B-866E-4D59-AE45-A18B2085D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17" y="1866900"/>
            <a:ext cx="11183911" cy="8316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F565A1-0031-40FB-9D9C-3F461D38E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468" y="1865242"/>
            <a:ext cx="6226132" cy="831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5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76C1E1-9336-4B4F-83A5-0612F0205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562100"/>
            <a:ext cx="8230664" cy="8507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EA10DB-473B-42E4-AA34-4A2C84771F9A}"/>
              </a:ext>
            </a:extLst>
          </p:cNvPr>
          <p:cNvSpPr txBox="1"/>
          <p:nvPr/>
        </p:nvSpPr>
        <p:spPr>
          <a:xfrm>
            <a:off x="5943600" y="342900"/>
            <a:ext cx="929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spc="-310" dirty="0"/>
              <a:t>W</a:t>
            </a:r>
            <a:r>
              <a:rPr lang="en-IN" sz="6000" spc="-330" dirty="0"/>
              <a:t>ee</a:t>
            </a:r>
            <a:r>
              <a:rPr lang="en-IN" sz="6000" spc="-325" dirty="0"/>
              <a:t>k</a:t>
            </a:r>
            <a:r>
              <a:rPr lang="en-IN" sz="6000" spc="-235" dirty="0"/>
              <a:t>S</a:t>
            </a:r>
            <a:r>
              <a:rPr lang="en-IN" sz="6000" spc="-325" dirty="0"/>
              <a:t>k</a:t>
            </a:r>
            <a:r>
              <a:rPr lang="en-IN" sz="6000" spc="-330" dirty="0"/>
              <a:t>e</a:t>
            </a:r>
            <a:r>
              <a:rPr lang="en-IN" sz="6000" spc="-405" dirty="0"/>
              <a:t>t</a:t>
            </a:r>
            <a:r>
              <a:rPr lang="en-IN" sz="6000" spc="-305" dirty="0"/>
              <a:t>c</a:t>
            </a:r>
            <a:r>
              <a:rPr lang="en-IN" sz="6000" spc="-320" dirty="0"/>
              <a:t>h</a:t>
            </a:r>
            <a:r>
              <a:rPr lang="en-IN" sz="6000" spc="140" dirty="0"/>
              <a:t>2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63429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6BBBC7-E521-48C1-9648-F2DC4A4D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75731"/>
            <a:ext cx="8306959" cy="83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2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8B7B-1204-42B1-B181-858EE1AD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Week2sketch3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5B205-792E-4071-8F18-D576EFA80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38300"/>
            <a:ext cx="13584546" cy="85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19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C94F04-A672-4ED8-AFB9-6C8D3D448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562100"/>
            <a:ext cx="12136544" cy="77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2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32</Words>
  <Application>Microsoft Office PowerPoint</Application>
  <PresentationFormat>Custom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Tahoma</vt:lpstr>
      <vt:lpstr>Times New Roman</vt:lpstr>
      <vt:lpstr>Trebuchet MS</vt:lpstr>
      <vt:lpstr>Verdana</vt:lpstr>
      <vt:lpstr>Office Theme</vt:lpstr>
      <vt:lpstr>Week 2</vt:lpstr>
      <vt:lpstr>Index</vt:lpstr>
      <vt:lpstr>WeekSketch1</vt:lpstr>
      <vt:lpstr>PowerPoint Presentation</vt:lpstr>
      <vt:lpstr>PowerPoint Presentation</vt:lpstr>
      <vt:lpstr>PowerPoint Presentation</vt:lpstr>
      <vt:lpstr>Week2sketch3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7</cp:revision>
  <dcterms:created xsi:type="dcterms:W3CDTF">2025-11-02T10:03:24Z</dcterms:created>
  <dcterms:modified xsi:type="dcterms:W3CDTF">2025-11-24T07:54:24Z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