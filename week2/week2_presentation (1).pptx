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2" r:id="rId5"/>
    <p:sldId id="265" r:id="rId6"/>
    <p:sldId id="263" r:id="rId7"/>
    <p:sldId id="266" r:id="rId8"/>
    <p:sldId id="267" r:id="rId9"/>
    <p:sldId id="268" r:id="rId10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514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0" i="1">
                <a:solidFill>
                  <a:srgbClr val="EC4937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11/26/2025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100" b="0" i="1">
                <a:solidFill>
                  <a:srgbClr val="EC4937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11/26/2025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11/26/2025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AF4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11/26/2025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11/26/2025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AF4E7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7185893" y="9165842"/>
            <a:ext cx="914399" cy="9143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80624" y="425607"/>
            <a:ext cx="6726750" cy="1016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400824" y="1649903"/>
            <a:ext cx="14387194" cy="69316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0" i="1">
                <a:solidFill>
                  <a:srgbClr val="EC4937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11/26/2025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66843" y="9165842"/>
            <a:ext cx="914399" cy="91439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493370" y="2657222"/>
            <a:ext cx="11296649" cy="2486024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7884277" y="5270194"/>
            <a:ext cx="2519680" cy="10229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550" spc="-65" dirty="0"/>
              <a:t>Week</a:t>
            </a:r>
            <a:r>
              <a:rPr sz="6550" spc="-1100" dirty="0"/>
              <a:t> </a:t>
            </a:r>
            <a:r>
              <a:rPr lang="en-US" sz="6550" spc="-600" dirty="0"/>
              <a:t>2</a:t>
            </a:r>
            <a:endParaRPr sz="6550" dirty="0"/>
          </a:p>
        </p:txBody>
      </p:sp>
      <p:sp>
        <p:nvSpPr>
          <p:cNvPr id="5" name="object 5"/>
          <p:cNvSpPr txBox="1"/>
          <p:nvPr/>
        </p:nvSpPr>
        <p:spPr>
          <a:xfrm>
            <a:off x="17561080" y="296909"/>
            <a:ext cx="1270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spc="-409" dirty="0">
                <a:solidFill>
                  <a:srgbClr val="0E2944"/>
                </a:solidFill>
                <a:latin typeface="Verdana"/>
                <a:cs typeface="Verdana"/>
              </a:rPr>
              <a:t>1</a:t>
            </a:r>
            <a:endParaRPr sz="18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796424" y="1801546"/>
            <a:ext cx="951230" cy="72059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3390"/>
              </a:lnSpc>
            </a:pPr>
            <a:r>
              <a:rPr sz="2900" b="1" spc="-145" dirty="0">
                <a:latin typeface="Tahoma"/>
                <a:cs typeface="Tahoma"/>
              </a:rPr>
              <a:t>Sr.</a:t>
            </a:r>
            <a:r>
              <a:rPr sz="2900" b="1" spc="-365" dirty="0">
                <a:latin typeface="Tahoma"/>
                <a:cs typeface="Tahoma"/>
              </a:rPr>
              <a:t> </a:t>
            </a:r>
            <a:r>
              <a:rPr sz="2900" b="1" spc="-140" dirty="0">
                <a:latin typeface="Tahoma"/>
                <a:cs typeface="Tahoma"/>
              </a:rPr>
              <a:t>no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01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15" dirty="0">
                <a:latin typeface="Tahoma"/>
                <a:cs typeface="Tahoma"/>
              </a:rPr>
              <a:t>1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03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0" dirty="0">
                <a:latin typeface="Tahoma"/>
                <a:cs typeface="Tahoma"/>
              </a:rPr>
              <a:t>2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01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0" dirty="0">
                <a:latin typeface="Tahoma"/>
                <a:cs typeface="Tahoma"/>
              </a:rPr>
              <a:t>3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20" dirty="0">
                <a:latin typeface="Tahoma"/>
                <a:cs typeface="Tahoma"/>
              </a:rPr>
              <a:t>4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337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0" dirty="0">
                <a:latin typeface="Tahoma"/>
                <a:cs typeface="Tahoma"/>
              </a:rPr>
              <a:t>5</a:t>
            </a:r>
            <a:endParaRPr sz="29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161180" y="1801546"/>
            <a:ext cx="3314700" cy="72059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3390"/>
              </a:lnSpc>
            </a:pPr>
            <a:r>
              <a:rPr sz="2900" b="1" spc="-10" dirty="0">
                <a:latin typeface="Tahoma"/>
                <a:cs typeface="Tahoma"/>
              </a:rPr>
              <a:t>Contents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01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145" dirty="0">
                <a:latin typeface="Tahoma"/>
                <a:cs typeface="Tahoma"/>
              </a:rPr>
              <a:t>Week1Sketch1</a:t>
            </a:r>
            <a:endParaRPr sz="2900">
              <a:latin typeface="Tahoma"/>
              <a:cs typeface="Tahoma"/>
            </a:endParaRPr>
          </a:p>
          <a:p>
            <a:pPr indent="-635" algn="ctr">
              <a:lnSpc>
                <a:spcPct val="330100"/>
              </a:lnSpc>
              <a:spcBef>
                <a:spcPts val="25"/>
              </a:spcBef>
            </a:pPr>
            <a:r>
              <a:rPr sz="2900" b="1" spc="-110" dirty="0">
                <a:latin typeface="Tahoma"/>
                <a:cs typeface="Tahoma"/>
              </a:rPr>
              <a:t>Week1Sketch2 </a:t>
            </a:r>
            <a:r>
              <a:rPr sz="2900" b="1" spc="-190" dirty="0">
                <a:latin typeface="Tahoma"/>
                <a:cs typeface="Tahoma"/>
              </a:rPr>
              <a:t>Week1Assignment1</a:t>
            </a:r>
            <a:endParaRPr sz="2900">
              <a:latin typeface="Tahoma"/>
              <a:cs typeface="Tahoma"/>
            </a:endParaRPr>
          </a:p>
          <a:p>
            <a:pPr algn="ctr">
              <a:lnSpc>
                <a:spcPct val="297400"/>
              </a:lnSpc>
              <a:spcBef>
                <a:spcPts val="540"/>
              </a:spcBef>
            </a:pPr>
            <a:r>
              <a:rPr sz="2900" b="1" spc="-190" dirty="0">
                <a:latin typeface="Tahoma"/>
                <a:cs typeface="Tahoma"/>
              </a:rPr>
              <a:t>Week1Assignment2 </a:t>
            </a:r>
            <a:r>
              <a:rPr sz="2900" b="1" spc="-105" dirty="0">
                <a:latin typeface="Tahoma"/>
                <a:cs typeface="Tahoma"/>
              </a:rPr>
              <a:t>Insights</a:t>
            </a:r>
            <a:endParaRPr sz="2900">
              <a:latin typeface="Tahoma"/>
              <a:cs typeface="Tahoma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2540065"/>
              </p:ext>
            </p:extLst>
          </p:nvPr>
        </p:nvGraphicFramePr>
        <p:xfrm>
          <a:off x="3592827" y="1629647"/>
          <a:ext cx="11092180" cy="8855075"/>
        </p:xfrm>
        <a:graphic>
          <a:graphicData uri="http://schemas.openxmlformats.org/drawingml/2006/table">
            <a:tbl>
              <a:tblPr firstRow="1" bandRow="1">
                <a:tableStyleId>{08FB837D-C827-4EFA-A057-4D05807E0F7C}</a:tableStyleId>
              </a:tblPr>
              <a:tblGrid>
                <a:gridCol w="1332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59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0835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5300" dirty="0">
                          <a:latin typeface="Times New Roman"/>
                          <a:cs typeface="Times New Roman"/>
                        </a:rPr>
                        <a:t>Sr no</a:t>
                      </a:r>
                      <a:endParaRPr sz="5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5300" dirty="0">
                          <a:latin typeface="Times New Roman"/>
                          <a:cs typeface="Times New Roman"/>
                        </a:rPr>
                        <a:t>index</a:t>
                      </a:r>
                      <a:endParaRPr sz="5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6177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5700" dirty="0">
                          <a:latin typeface="Times New Roman"/>
                          <a:cs typeface="Times New Roman"/>
                        </a:rPr>
                        <a:t>1</a:t>
                      </a: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6000" spc="-310" dirty="0"/>
                        <a:t>W</a:t>
                      </a:r>
                      <a:r>
                        <a:rPr lang="en-IN" sz="6000" spc="-330" dirty="0"/>
                        <a:t>ee</a:t>
                      </a:r>
                      <a:r>
                        <a:rPr lang="en-IN" sz="6000" spc="-325" dirty="0"/>
                        <a:t>k2</a:t>
                      </a:r>
                      <a:r>
                        <a:rPr lang="en-IN" sz="6000" spc="-235" dirty="0"/>
                        <a:t>S</a:t>
                      </a:r>
                      <a:r>
                        <a:rPr lang="en-IN" sz="6000" spc="-325" dirty="0"/>
                        <a:t>k</a:t>
                      </a:r>
                      <a:r>
                        <a:rPr lang="en-IN" sz="6000" spc="-330" dirty="0"/>
                        <a:t>e</a:t>
                      </a:r>
                      <a:r>
                        <a:rPr lang="en-IN" sz="6000" spc="-405" dirty="0"/>
                        <a:t>t</a:t>
                      </a:r>
                      <a:r>
                        <a:rPr lang="en-IN" sz="6000" spc="-305" dirty="0"/>
                        <a:t>c</a:t>
                      </a:r>
                      <a:r>
                        <a:rPr lang="en-IN" sz="6000" spc="-320" dirty="0"/>
                        <a:t>h</a:t>
                      </a:r>
                      <a:r>
                        <a:rPr lang="en-IN" sz="6000" spc="140" dirty="0"/>
                        <a:t>1</a:t>
                      </a: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85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5700" dirty="0">
                          <a:latin typeface="Times New Roman"/>
                          <a:cs typeface="Times New Roman"/>
                        </a:rPr>
                        <a:t>2</a:t>
                      </a: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6000" spc="-195" dirty="0"/>
                        <a:t>W</a:t>
                      </a:r>
                      <a:r>
                        <a:rPr lang="en-IN" sz="6000" spc="-215" dirty="0"/>
                        <a:t>ee</a:t>
                      </a:r>
                      <a:r>
                        <a:rPr lang="en-IN" sz="6000" spc="-210" dirty="0"/>
                        <a:t>k</a:t>
                      </a:r>
                      <a:r>
                        <a:rPr lang="en-IN" sz="6000" spc="-335" dirty="0"/>
                        <a:t>2</a:t>
                      </a:r>
                      <a:r>
                        <a:rPr lang="en-IN" sz="6000" spc="-120" dirty="0"/>
                        <a:t>S</a:t>
                      </a:r>
                      <a:r>
                        <a:rPr lang="en-IN" sz="6000" spc="-210" dirty="0"/>
                        <a:t>k</a:t>
                      </a:r>
                      <a:r>
                        <a:rPr lang="en-IN" sz="6000" spc="-215" dirty="0"/>
                        <a:t>e</a:t>
                      </a:r>
                      <a:r>
                        <a:rPr lang="en-IN" sz="6000" spc="-290" dirty="0"/>
                        <a:t>t</a:t>
                      </a:r>
                      <a:r>
                        <a:rPr lang="en-IN" sz="6000" spc="-190" dirty="0"/>
                        <a:t>c</a:t>
                      </a:r>
                      <a:r>
                        <a:rPr lang="en-IN" sz="6000" spc="-204" dirty="0"/>
                        <a:t>h</a:t>
                      </a:r>
                      <a:r>
                        <a:rPr lang="en-IN" sz="6000" spc="254" dirty="0"/>
                        <a:t>2</a:t>
                      </a: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85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5700" dirty="0">
                          <a:latin typeface="Times New Roman"/>
                          <a:cs typeface="Times New Roman"/>
                        </a:rPr>
                        <a:t>3</a:t>
                      </a: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5400" spc="-195" dirty="0"/>
                        <a:t>W</a:t>
                      </a:r>
                      <a:r>
                        <a:rPr lang="en-IN" sz="5400" spc="-215" dirty="0"/>
                        <a:t>ee</a:t>
                      </a:r>
                      <a:r>
                        <a:rPr lang="en-IN" sz="5400" spc="-210" dirty="0"/>
                        <a:t>k</a:t>
                      </a:r>
                      <a:r>
                        <a:rPr lang="en-IN" sz="5400" spc="-335" dirty="0"/>
                        <a:t>2</a:t>
                      </a:r>
                      <a:r>
                        <a:rPr lang="en-IN" sz="5400" spc="-120" dirty="0"/>
                        <a:t>S</a:t>
                      </a:r>
                      <a:r>
                        <a:rPr lang="en-IN" sz="5400" spc="-210" dirty="0"/>
                        <a:t>k</a:t>
                      </a:r>
                      <a:r>
                        <a:rPr lang="en-IN" sz="5400" spc="-215" dirty="0"/>
                        <a:t>e</a:t>
                      </a:r>
                      <a:r>
                        <a:rPr lang="en-IN" sz="5400" spc="-290" dirty="0"/>
                        <a:t>t</a:t>
                      </a:r>
                      <a:r>
                        <a:rPr lang="en-IN" sz="5400" spc="-190" dirty="0"/>
                        <a:t>c</a:t>
                      </a:r>
                      <a:r>
                        <a:rPr lang="en-IN" sz="5400" spc="-204" dirty="0"/>
                        <a:t>h</a:t>
                      </a:r>
                      <a:r>
                        <a:rPr lang="en-IN" sz="5400" spc="254" dirty="0"/>
                        <a:t>3</a:t>
                      </a:r>
                      <a:endParaRPr lang="en-IN" sz="5400" dirty="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38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138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8180285" y="49006"/>
            <a:ext cx="1927860" cy="10229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550" spc="-330" dirty="0"/>
              <a:t>I</a:t>
            </a:r>
            <a:r>
              <a:rPr sz="6550" spc="-265" dirty="0"/>
              <a:t>n</a:t>
            </a:r>
            <a:r>
              <a:rPr sz="6550" spc="-250" dirty="0"/>
              <a:t>d</a:t>
            </a:r>
            <a:r>
              <a:rPr sz="6550" spc="-270" dirty="0"/>
              <a:t>e</a:t>
            </a:r>
            <a:r>
              <a:rPr sz="6550" spc="204" dirty="0"/>
              <a:t>x</a:t>
            </a:r>
            <a:endParaRPr sz="6550"/>
          </a:p>
        </p:txBody>
      </p:sp>
      <p:sp>
        <p:nvSpPr>
          <p:cNvPr id="6" name="object 6"/>
          <p:cNvSpPr txBox="1"/>
          <p:nvPr/>
        </p:nvSpPr>
        <p:spPr>
          <a:xfrm>
            <a:off x="17542476" y="296909"/>
            <a:ext cx="1638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spc="-50" dirty="0">
                <a:solidFill>
                  <a:srgbClr val="0E2944"/>
                </a:solidFill>
                <a:latin typeface="Verdana"/>
                <a:cs typeface="Verdana"/>
              </a:rPr>
              <a:t>2</a:t>
            </a:r>
            <a:endParaRPr sz="18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85893" y="9165842"/>
            <a:ext cx="914399" cy="914399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94080">
              <a:lnSpc>
                <a:spcPct val="100000"/>
              </a:lnSpc>
              <a:spcBef>
                <a:spcPts val="100"/>
              </a:spcBef>
            </a:pPr>
            <a:r>
              <a:rPr spc="-310" dirty="0"/>
              <a:t>W</a:t>
            </a:r>
            <a:r>
              <a:rPr spc="-330" dirty="0"/>
              <a:t>ee</a:t>
            </a:r>
            <a:r>
              <a:rPr spc="-325" dirty="0"/>
              <a:t>k</a:t>
            </a:r>
            <a:r>
              <a:rPr spc="-235" dirty="0"/>
              <a:t>S</a:t>
            </a:r>
            <a:r>
              <a:rPr spc="-325" dirty="0"/>
              <a:t>k</a:t>
            </a:r>
            <a:r>
              <a:rPr spc="-330" dirty="0"/>
              <a:t>e</a:t>
            </a:r>
            <a:r>
              <a:rPr spc="-405" dirty="0"/>
              <a:t>t</a:t>
            </a:r>
            <a:r>
              <a:rPr spc="-305" dirty="0"/>
              <a:t>c</a:t>
            </a:r>
            <a:r>
              <a:rPr spc="-320" dirty="0"/>
              <a:t>h</a:t>
            </a:r>
            <a:r>
              <a:rPr spc="140" dirty="0"/>
              <a:t>1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17538904" y="296909"/>
            <a:ext cx="1714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spc="-50" dirty="0">
                <a:solidFill>
                  <a:srgbClr val="0E2944"/>
                </a:solidFill>
                <a:latin typeface="Verdana"/>
                <a:cs typeface="Verdana"/>
              </a:rPr>
              <a:t>3</a:t>
            </a:r>
            <a:endParaRPr sz="1800">
              <a:latin typeface="Verdana"/>
              <a:cs typeface="Verdana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6D2D9F5-40B1-41E1-AC3C-A8CC920927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7042" y="1722830"/>
            <a:ext cx="12993913" cy="856417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A75DF-ACEC-49AD-A8DF-5C9FEB353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FB563B-866E-4D59-AE45-A18B2085D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817" y="1866900"/>
            <a:ext cx="11183911" cy="831648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2F565A1-0031-40FB-9D9C-3F461D38E2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4800" y="1790700"/>
            <a:ext cx="6226132" cy="831648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63054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76C1E1-9336-4B4F-83A5-0612F0205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4800" y="1562100"/>
            <a:ext cx="8230664" cy="850701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1EA10DB-473B-42E4-AA34-4A2C84771F9A}"/>
              </a:ext>
            </a:extLst>
          </p:cNvPr>
          <p:cNvSpPr txBox="1"/>
          <p:nvPr/>
        </p:nvSpPr>
        <p:spPr>
          <a:xfrm>
            <a:off x="5943600" y="342900"/>
            <a:ext cx="9296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spc="-310" dirty="0"/>
              <a:t>W</a:t>
            </a:r>
            <a:r>
              <a:rPr lang="en-IN" sz="6000" spc="-330" dirty="0"/>
              <a:t>ee</a:t>
            </a:r>
            <a:r>
              <a:rPr lang="en-IN" sz="6000" spc="-325" dirty="0"/>
              <a:t>k</a:t>
            </a:r>
            <a:r>
              <a:rPr lang="en-IN" sz="6000" spc="-235" dirty="0"/>
              <a:t>S</a:t>
            </a:r>
            <a:r>
              <a:rPr lang="en-IN" sz="6000" spc="-325" dirty="0"/>
              <a:t>k</a:t>
            </a:r>
            <a:r>
              <a:rPr lang="en-IN" sz="6000" spc="-330" dirty="0"/>
              <a:t>e</a:t>
            </a:r>
            <a:r>
              <a:rPr lang="en-IN" sz="6000" spc="-405" dirty="0"/>
              <a:t>t</a:t>
            </a:r>
            <a:r>
              <a:rPr lang="en-IN" sz="6000" spc="-305" dirty="0"/>
              <a:t>c</a:t>
            </a:r>
            <a:r>
              <a:rPr lang="en-IN" sz="6000" spc="-320" dirty="0"/>
              <a:t>h</a:t>
            </a:r>
            <a:r>
              <a:rPr lang="en-IN" sz="6000" spc="140" dirty="0"/>
              <a:t>2</a:t>
            </a:r>
            <a:endParaRPr lang="en-IN" sz="6000" dirty="0"/>
          </a:p>
        </p:txBody>
      </p:sp>
    </p:spTree>
    <p:extLst>
      <p:ext uri="{BB962C8B-B14F-4D97-AF65-F5344CB8AC3E}">
        <p14:creationId xmlns:p14="http://schemas.microsoft.com/office/powerpoint/2010/main" val="26342929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36BBBC7-E521-48C1-9648-F2DC4A4DE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400" y="975731"/>
            <a:ext cx="8306959" cy="833553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61127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08B7B-1204-42B1-B181-858EE1ADC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Week2sketch3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B5B205-792E-4071-8F18-D576EFA808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0" y="1638300"/>
            <a:ext cx="13584546" cy="851653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66219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4C94F04-A672-4ED8-AFB9-6C8D3D4483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800" y="1562100"/>
            <a:ext cx="12136544" cy="775443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626283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6BB70-3797-47A0-9030-9FAA2D4F1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Insights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48A1C9-7FE7-4A5F-96DD-597FE123BDC1}"/>
              </a:ext>
            </a:extLst>
          </p:cNvPr>
          <p:cNvSpPr txBox="1"/>
          <p:nvPr/>
        </p:nvSpPr>
        <p:spPr>
          <a:xfrm>
            <a:off x="990600" y="1866900"/>
            <a:ext cx="1234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/>
              <a:t>Leraned</a:t>
            </a:r>
            <a:r>
              <a:rPr lang="en-US" sz="3600" dirty="0"/>
              <a:t> about spreadsheets and apply it for different for getting more flexibility In dimensional change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875042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97</TotalTime>
  <Words>48</Words>
  <Application>Microsoft Office PowerPoint</Application>
  <PresentationFormat>Custom</PresentationFormat>
  <Paragraphs>37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Tahoma</vt:lpstr>
      <vt:lpstr>Times New Roman</vt:lpstr>
      <vt:lpstr>Trebuchet MS</vt:lpstr>
      <vt:lpstr>Verdana</vt:lpstr>
      <vt:lpstr>Office Theme</vt:lpstr>
      <vt:lpstr>Week 2</vt:lpstr>
      <vt:lpstr>Index</vt:lpstr>
      <vt:lpstr>WeekSketch1</vt:lpstr>
      <vt:lpstr>PowerPoint Presentation</vt:lpstr>
      <vt:lpstr>PowerPoint Presentation</vt:lpstr>
      <vt:lpstr>PowerPoint Presentation</vt:lpstr>
      <vt:lpstr>Week2sketch3</vt:lpstr>
      <vt:lpstr>PowerPoint Presentation</vt:lpstr>
      <vt:lpstr>Insights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ProBUILD - Template</dc:title>
  <dc:creator>Anish Patil</dc:creator>
  <cp:keywords>DAG3R4azbOk,BAFA7nme8DI,0</cp:keywords>
  <cp:lastModifiedBy>Vaishnavi Manwatkar</cp:lastModifiedBy>
  <cp:revision>8</cp:revision>
  <dcterms:created xsi:type="dcterms:W3CDTF">2025-11-02T10:03:24Z</dcterms:created>
  <dcterms:modified xsi:type="dcterms:W3CDTF">2025-11-26T14:57:18Z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2025-11-01T00:00:00Z</vt:filetime>
  </property>
  <property fmtid="{D5CDD505-2E9C-101B-9397-08002B2CF9AE}" pid="3" name="Creator">
    <vt:lpwstr>Canva</vt:lpwstr>
  </property>
  <property fmtid="{D5CDD505-2E9C-101B-9397-08002B2CF9AE}" pid="4" name="LastSaved">
    <vt:filetime>2025-11-02T00:00:00Z</vt:filetime>
  </property>
  <property fmtid="{D5CDD505-2E9C-101B-9397-08002B2CF9AE}" pid="5" name="Producer">
    <vt:lpwstr>Canva</vt:lpwstr>
  </property>
</Properties>
</file>