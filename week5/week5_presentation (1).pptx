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 dirty="0"/>
              <a:t>Week</a:t>
            </a:r>
            <a:r>
              <a:rPr sz="6550" spc="-1100" dirty="0"/>
              <a:t> </a:t>
            </a:r>
            <a:r>
              <a:rPr lang="en-US" sz="6550" spc="-600" dirty="0"/>
              <a:t>4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784464"/>
              </p:ext>
            </p:extLst>
          </p:nvPr>
        </p:nvGraphicFramePr>
        <p:xfrm>
          <a:off x="3592827" y="1629647"/>
          <a:ext cx="11092180" cy="862203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6000" spc="-310" dirty="0"/>
                        <a:t>W</a:t>
                      </a:r>
                      <a:r>
                        <a:rPr lang="en-IN" sz="6000" spc="-330" dirty="0"/>
                        <a:t>ee</a:t>
                      </a:r>
                      <a:r>
                        <a:rPr lang="en-IN" sz="6000" spc="-325" dirty="0"/>
                        <a:t>k5</a:t>
                      </a:r>
                      <a:r>
                        <a:rPr lang="en-IN" sz="6000" spc="-235" dirty="0"/>
                        <a:t>S</a:t>
                      </a:r>
                      <a:r>
                        <a:rPr lang="en-IN" sz="6000" spc="-325" dirty="0"/>
                        <a:t>k</a:t>
                      </a:r>
                      <a:r>
                        <a:rPr lang="en-IN" sz="6000" spc="-330" dirty="0"/>
                        <a:t>e</a:t>
                      </a:r>
                      <a:r>
                        <a:rPr lang="en-IN" sz="6000" spc="-405" dirty="0"/>
                        <a:t>t</a:t>
                      </a:r>
                      <a:r>
                        <a:rPr lang="en-IN" sz="6000" spc="-305" dirty="0"/>
                        <a:t>c</a:t>
                      </a:r>
                      <a:r>
                        <a:rPr lang="en-IN" sz="6000" spc="-320" dirty="0"/>
                        <a:t>h</a:t>
                      </a:r>
                      <a:r>
                        <a:rPr lang="en-IN" sz="6000" spc="140" dirty="0"/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ABC-7EF8-401A-BF53-06C1765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2015936"/>
          </a:xfrm>
        </p:spPr>
        <p:txBody>
          <a:bodyPr/>
          <a:lstStyle/>
          <a:p>
            <a:r>
              <a:rPr lang="en-IN" sz="6600" spc="-310" dirty="0"/>
              <a:t>W</a:t>
            </a:r>
            <a:r>
              <a:rPr lang="en-IN" sz="6600" spc="-330" dirty="0"/>
              <a:t>eek5</a:t>
            </a:r>
            <a:r>
              <a:rPr lang="en-IN" sz="6600" spc="-235" dirty="0"/>
              <a:t>S</a:t>
            </a:r>
            <a:r>
              <a:rPr lang="en-IN" sz="6600" spc="-325" dirty="0"/>
              <a:t>k</a:t>
            </a:r>
            <a:r>
              <a:rPr lang="en-IN" sz="6600" spc="-330" dirty="0"/>
              <a:t>e</a:t>
            </a:r>
            <a:r>
              <a:rPr lang="en-IN" sz="6600" spc="-405" dirty="0"/>
              <a:t>t</a:t>
            </a:r>
            <a:r>
              <a:rPr lang="en-IN" sz="6600" spc="-305" dirty="0"/>
              <a:t>c</a:t>
            </a:r>
            <a:r>
              <a:rPr lang="en-IN" sz="6600" spc="-320" dirty="0"/>
              <a:t>h</a:t>
            </a:r>
            <a:r>
              <a:rPr lang="en-IN" sz="6600" spc="140" dirty="0"/>
              <a:t>1</a:t>
            </a: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2DB64-B9B2-4694-9BC5-AE88E7D4C4E7}"/>
              </a:ext>
            </a:extLst>
          </p:cNvPr>
          <p:cNvSpPr txBox="1"/>
          <p:nvPr/>
        </p:nvSpPr>
        <p:spPr>
          <a:xfrm>
            <a:off x="12192000" y="2019300"/>
            <a:ext cx="44196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Learn about loft tool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Learned about real life component and increased thinking about how to design it such way that can be used in real life</a:t>
            </a:r>
          </a:p>
          <a:p>
            <a:endParaRPr lang="en-IN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B3AB3A-35A2-4744-AF1C-0C64C4C51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90700"/>
            <a:ext cx="7086600" cy="726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7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52</Words>
  <Application>Microsoft Office PowerPoint</Application>
  <PresentationFormat>Custom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Tahoma</vt:lpstr>
      <vt:lpstr>Times New Roman</vt:lpstr>
      <vt:lpstr>Trebuchet MS</vt:lpstr>
      <vt:lpstr>Verdana</vt:lpstr>
      <vt:lpstr>Office Theme</vt:lpstr>
      <vt:lpstr>Week 4</vt:lpstr>
      <vt:lpstr>Index</vt:lpstr>
      <vt:lpstr>Week5Sketch1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10</cp:revision>
  <dcterms:created xsi:type="dcterms:W3CDTF">2025-11-02T10:03:24Z</dcterms:created>
  <dcterms:modified xsi:type="dcterms:W3CDTF">2025-11-24T08:52:43Z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