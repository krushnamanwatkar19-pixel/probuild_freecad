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3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185893" y="9165842"/>
            <a:ext cx="914399" cy="914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101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00824" y="1649903"/>
            <a:ext cx="14387194" cy="6931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6843" y="9165842"/>
            <a:ext cx="914399" cy="914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3370" y="2657222"/>
            <a:ext cx="11296649" cy="24860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16215" y="5448300"/>
            <a:ext cx="5450957" cy="10201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6550" spc="-65" dirty="0"/>
              <a:t>MINIPROJECT</a:t>
            </a:r>
            <a:endParaRPr sz="6550" dirty="0"/>
          </a:p>
        </p:txBody>
      </p:sp>
      <p:sp>
        <p:nvSpPr>
          <p:cNvPr id="5" name="object 5"/>
          <p:cNvSpPr txBox="1"/>
          <p:nvPr/>
        </p:nvSpPr>
        <p:spPr>
          <a:xfrm>
            <a:off x="17561080" y="296909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409" dirty="0">
                <a:solidFill>
                  <a:srgbClr val="0E2944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6424" y="1801546"/>
            <a:ext cx="95123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45" dirty="0">
                <a:latin typeface="Tahoma"/>
                <a:cs typeface="Tahoma"/>
              </a:rPr>
              <a:t>Sr.</a:t>
            </a:r>
            <a:r>
              <a:rPr sz="2900" b="1" spc="-365" dirty="0">
                <a:latin typeface="Tahoma"/>
                <a:cs typeface="Tahoma"/>
              </a:rPr>
              <a:t> </a:t>
            </a:r>
            <a:r>
              <a:rPr sz="2900" b="1" spc="-140" dirty="0">
                <a:latin typeface="Tahoma"/>
                <a:cs typeface="Tahoma"/>
              </a:rPr>
              <a:t>no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15" dirty="0">
                <a:latin typeface="Tahoma"/>
                <a:cs typeface="Tahoma"/>
              </a:rPr>
              <a:t>1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2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3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20" dirty="0">
                <a:latin typeface="Tahoma"/>
                <a:cs typeface="Tahoma"/>
              </a:rPr>
              <a:t>4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7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5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1180" y="1801546"/>
            <a:ext cx="331470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0" dirty="0">
                <a:latin typeface="Tahoma"/>
                <a:cs typeface="Tahoma"/>
              </a:rPr>
              <a:t>Contents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145" dirty="0">
                <a:latin typeface="Tahoma"/>
                <a:cs typeface="Tahoma"/>
              </a:rPr>
              <a:t>Week1Sketch1</a:t>
            </a:r>
            <a:endParaRPr sz="2900">
              <a:latin typeface="Tahoma"/>
              <a:cs typeface="Tahoma"/>
            </a:endParaRPr>
          </a:p>
          <a:p>
            <a:pPr indent="-635" algn="ctr">
              <a:lnSpc>
                <a:spcPct val="330100"/>
              </a:lnSpc>
              <a:spcBef>
                <a:spcPts val="25"/>
              </a:spcBef>
            </a:pPr>
            <a:r>
              <a:rPr sz="2900" b="1" spc="-110" dirty="0">
                <a:latin typeface="Tahoma"/>
                <a:cs typeface="Tahoma"/>
              </a:rPr>
              <a:t>Week1Sketch2 </a:t>
            </a:r>
            <a:r>
              <a:rPr sz="2900" b="1" spc="-190" dirty="0">
                <a:latin typeface="Tahoma"/>
                <a:cs typeface="Tahoma"/>
              </a:rPr>
              <a:t>Week1Assignment1</a:t>
            </a:r>
            <a:endParaRPr sz="2900">
              <a:latin typeface="Tahoma"/>
              <a:cs typeface="Tahoma"/>
            </a:endParaRPr>
          </a:p>
          <a:p>
            <a:pPr algn="ctr">
              <a:lnSpc>
                <a:spcPct val="297400"/>
              </a:lnSpc>
              <a:spcBef>
                <a:spcPts val="540"/>
              </a:spcBef>
            </a:pPr>
            <a:r>
              <a:rPr sz="2900" b="1" spc="-190" dirty="0">
                <a:latin typeface="Tahoma"/>
                <a:cs typeface="Tahoma"/>
              </a:rPr>
              <a:t>Week1Assignment2 </a:t>
            </a:r>
            <a:r>
              <a:rPr sz="2900" b="1" spc="-105" dirty="0">
                <a:latin typeface="Tahoma"/>
                <a:cs typeface="Tahoma"/>
              </a:rPr>
              <a:t>Insights</a:t>
            </a:r>
            <a:endParaRPr sz="29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320092"/>
              </p:ext>
            </p:extLst>
          </p:nvPr>
        </p:nvGraphicFramePr>
        <p:xfrm>
          <a:off x="3597910" y="1279474"/>
          <a:ext cx="11092180" cy="847725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33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8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Sr no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index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1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 err="1">
                          <a:latin typeface="Times New Roman"/>
                          <a:cs typeface="Times New Roman"/>
                        </a:rPr>
                        <a:t>Undesrstanding</a:t>
                      </a: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 Concepts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Different Parts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Assembly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Techdraws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28821941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Insights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80285" y="49006"/>
            <a:ext cx="192786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330" dirty="0"/>
              <a:t>I</a:t>
            </a:r>
            <a:r>
              <a:rPr sz="6550" spc="-265" dirty="0"/>
              <a:t>n</a:t>
            </a:r>
            <a:r>
              <a:rPr sz="6550" spc="-250" dirty="0"/>
              <a:t>d</a:t>
            </a:r>
            <a:r>
              <a:rPr sz="6550" spc="-270" dirty="0"/>
              <a:t>e</a:t>
            </a:r>
            <a:r>
              <a:rPr sz="6550" spc="204" dirty="0"/>
              <a:t>x</a:t>
            </a:r>
            <a:endParaRPr sz="6550"/>
          </a:p>
        </p:txBody>
      </p:sp>
      <p:sp>
        <p:nvSpPr>
          <p:cNvPr id="6" name="object 6"/>
          <p:cNvSpPr txBox="1"/>
          <p:nvPr/>
        </p:nvSpPr>
        <p:spPr>
          <a:xfrm>
            <a:off x="17542476" y="296909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E2944"/>
                </a:solidFill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8ABC-7EF8-401A-BF53-06C17655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1000274"/>
          </a:xfrm>
        </p:spPr>
        <p:txBody>
          <a:bodyPr/>
          <a:lstStyle/>
          <a:p>
            <a:pPr algn="ctr"/>
            <a:r>
              <a:rPr lang="en-IN" dirty="0" err="1"/>
              <a:t>Diffrential</a:t>
            </a:r>
            <a:r>
              <a:rPr lang="en-IN" dirty="0"/>
              <a:t> gear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35C41-9C23-4D2D-A939-56AC925B1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752600"/>
            <a:ext cx="6766002" cy="7086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A7B4A63-678E-4551-AD72-B34B55828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1866900"/>
            <a:ext cx="7162799" cy="6858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87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ACCDE-B902-4796-9036-E8F40B67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Parts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CCD3EC-E5C8-418B-A8BB-12655CC1E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888434"/>
            <a:ext cx="3886200" cy="355956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1D5E0C-96FB-4E3F-AE19-84001536D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995" y="1888434"/>
            <a:ext cx="4706007" cy="355956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3675BA-B6DF-44BB-BCB4-B7C55677F6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4278" y="1888434"/>
            <a:ext cx="4514193" cy="369953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869966-A5C3-4B74-9F2F-7DD83C0F04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188" y="5926790"/>
            <a:ext cx="4256624" cy="393460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D52729-1F96-4A97-828A-BB914CE126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995" y="5926790"/>
            <a:ext cx="4706007" cy="382067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ABC2F5-1855-49BD-8D59-B75CB16B60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1026" y="6034793"/>
            <a:ext cx="4537791" cy="350163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3110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6C21-08D0-4B1D-855D-C8D74A7BD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Parts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27ED79-AEFC-4CCD-AB25-1D8F666DE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324101"/>
            <a:ext cx="4915586" cy="4953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ED5609-BB46-4BA8-A610-624F32CAD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2324100"/>
            <a:ext cx="5334000" cy="48768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81827F-3749-44A4-A46E-37C3137EB1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0" y="2324100"/>
            <a:ext cx="4277322" cy="484890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46748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A034A-66E8-4812-BC41-B3910101D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Assembly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300A2A-0F69-4B4B-B9E7-D52B55568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782417"/>
            <a:ext cx="6458851" cy="623974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3872DD-6FA8-436E-B233-E5CA75E891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0" y="1913638"/>
            <a:ext cx="7543800" cy="5977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7B2F73-9460-4E9B-A00D-4363B9D27890}"/>
              </a:ext>
            </a:extLst>
          </p:cNvPr>
          <p:cNvSpPr txBox="1"/>
          <p:nvPr/>
        </p:nvSpPr>
        <p:spPr>
          <a:xfrm>
            <a:off x="10744200" y="8801099"/>
            <a:ext cx="510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Exploded </a:t>
            </a:r>
            <a:r>
              <a:rPr lang="en-US" sz="3200" dirty="0" err="1"/>
              <a:t>VIew</a:t>
            </a:r>
            <a:endParaRPr lang="en-IN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254C7-ED55-41DD-86DB-3D3D483C015D}"/>
              </a:ext>
            </a:extLst>
          </p:cNvPr>
          <p:cNvSpPr txBox="1"/>
          <p:nvPr/>
        </p:nvSpPr>
        <p:spPr>
          <a:xfrm>
            <a:off x="1895925" y="8803594"/>
            <a:ext cx="48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Complete Differential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41174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E7676-2891-499B-8E84-42FE827ED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Techdraws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7741E-2F63-44EF-BFCF-DC10F2FB6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66900"/>
            <a:ext cx="8686800" cy="5867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191AC8-C7BC-44E4-B79B-A02AA7749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1943100"/>
            <a:ext cx="8305800" cy="5715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469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1ED15-F688-48D4-BE85-1B33B1C9C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Techdraws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ACA642-A08D-4FE5-B891-7C636536C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38" y="1638300"/>
            <a:ext cx="8991600" cy="67255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3E9AD0-F8D6-40A0-AE27-CCD847F7E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3843" y="1649896"/>
            <a:ext cx="8448262" cy="67255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6525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74758-E00D-42AF-B6FE-C0B738B59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Techdraws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00A8D-767F-4000-AA11-AE7779C8D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714500"/>
            <a:ext cx="7554379" cy="60968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4A8282-75DC-41EF-95A4-54CA958D9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199" y="1726096"/>
            <a:ext cx="8915401" cy="61771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41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F8C2-3AC7-4059-8B50-164247671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3C9701-7B05-493F-B4A9-06CEB8BEBD3D}"/>
              </a:ext>
            </a:extLst>
          </p:cNvPr>
          <p:cNvSpPr txBox="1"/>
          <p:nvPr/>
        </p:nvSpPr>
        <p:spPr>
          <a:xfrm>
            <a:off x="2514600" y="2171700"/>
            <a:ext cx="11049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1.Neatness</a:t>
            </a:r>
          </a:p>
          <a:p>
            <a:r>
              <a:rPr lang="en-IN" sz="3600" dirty="0"/>
              <a:t>2.Oragnization</a:t>
            </a:r>
          </a:p>
          <a:p>
            <a:r>
              <a:rPr lang="en-IN" sz="3600" dirty="0"/>
              <a:t>3.Reading Drawings</a:t>
            </a:r>
          </a:p>
          <a:p>
            <a:r>
              <a:rPr lang="en-IN" sz="3600" dirty="0"/>
              <a:t>4.Engineering </a:t>
            </a:r>
            <a:r>
              <a:rPr lang="en-IN" sz="3600" dirty="0" err="1"/>
              <a:t>Apporach</a:t>
            </a:r>
            <a:endParaRPr lang="en-IN" sz="3600" dirty="0"/>
          </a:p>
          <a:p>
            <a:r>
              <a:rPr lang="en-IN" sz="3600" dirty="0"/>
              <a:t>5.Gear </a:t>
            </a:r>
            <a:r>
              <a:rPr lang="en-IN" sz="3600" dirty="0" err="1"/>
              <a:t>worksbench</a:t>
            </a:r>
            <a:endParaRPr lang="en-IN" sz="3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5858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64</Words>
  <Application>Microsoft Office PowerPoint</Application>
  <PresentationFormat>Custom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Tahoma</vt:lpstr>
      <vt:lpstr>Times New Roman</vt:lpstr>
      <vt:lpstr>Trebuchet MS</vt:lpstr>
      <vt:lpstr>Verdana</vt:lpstr>
      <vt:lpstr>Office Theme</vt:lpstr>
      <vt:lpstr>MINIPROJECT</vt:lpstr>
      <vt:lpstr>Index</vt:lpstr>
      <vt:lpstr>Diffrential gear</vt:lpstr>
      <vt:lpstr>Parts</vt:lpstr>
      <vt:lpstr>Parts</vt:lpstr>
      <vt:lpstr>Assembly</vt:lpstr>
      <vt:lpstr>Techdraws</vt:lpstr>
      <vt:lpstr>Techdraws</vt:lpstr>
      <vt:lpstr>Techdraws</vt:lpstr>
      <vt:lpstr>Insights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ProBUILD - Template</dc:title>
  <dc:creator>Anish Patil</dc:creator>
  <cp:keywords>DAG3R4azbOk,BAFA7nme8DI,0</cp:keywords>
  <cp:lastModifiedBy>Vaishnavi Manwatkar</cp:lastModifiedBy>
  <cp:revision>15</cp:revision>
  <dcterms:created xsi:type="dcterms:W3CDTF">2025-11-02T10:03:24Z</dcterms:created>
  <dcterms:modified xsi:type="dcterms:W3CDTF">2026-01-11T15:41:25Z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2025-11-02T00:00:00Z</vt:filetime>
  </property>
  <property fmtid="{D5CDD505-2E9C-101B-9397-08002B2CF9AE}" pid="5" name="Producer">
    <vt:lpwstr>Canva</vt:lpwstr>
  </property>
</Properties>
</file>