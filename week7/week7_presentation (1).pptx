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7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21952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>
                          <a:latin typeface="Times New Roman"/>
                          <a:cs typeface="Times New Roman"/>
                        </a:rPr>
                        <a:t>Base bracket assembly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pPr algn="ctr"/>
            <a:r>
              <a:rPr lang="en-IN" sz="6600" b="1" dirty="0">
                <a:latin typeface="Times New Roman"/>
                <a:cs typeface="Times New Roman"/>
              </a:rPr>
              <a:t>Different parts</a:t>
            </a:r>
            <a:br>
              <a:rPr lang="en-IN" sz="6600" b="1" dirty="0">
                <a:latin typeface="Times New Roman"/>
                <a:cs typeface="Times New Roman"/>
              </a:rPr>
            </a:b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4CBA35-E8D6-4AC8-BE82-D558E2772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93" y="2174161"/>
            <a:ext cx="4686954" cy="543000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5469C-C3FD-45FB-B03E-F78E8B193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30" y="2676574"/>
            <a:ext cx="6400800" cy="490606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B0C4A3-F3DA-4683-AF52-87838F508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149" y="1971626"/>
            <a:ext cx="4401164" cy="561100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01DA21-036A-4AC8-8A6E-8972CEC952BD}"/>
              </a:ext>
            </a:extLst>
          </p:cNvPr>
          <p:cNvSpPr txBox="1"/>
          <p:nvPr/>
        </p:nvSpPr>
        <p:spPr>
          <a:xfrm>
            <a:off x="2362200" y="842010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Bracket</a:t>
            </a:r>
            <a:endParaRPr lang="en-IN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4C12A-E753-4C59-AAC4-7826EAB5B7D5}"/>
              </a:ext>
            </a:extLst>
          </p:cNvPr>
          <p:cNvSpPr txBox="1"/>
          <p:nvPr/>
        </p:nvSpPr>
        <p:spPr>
          <a:xfrm>
            <a:off x="8813331" y="84201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Base</a:t>
            </a:r>
            <a:endParaRPr lang="en-IN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6163EC-0D39-4F2F-A22E-60FFD4CC28A0}"/>
              </a:ext>
            </a:extLst>
          </p:cNvPr>
          <p:cNvSpPr txBox="1"/>
          <p:nvPr/>
        </p:nvSpPr>
        <p:spPr>
          <a:xfrm>
            <a:off x="15006045" y="8290526"/>
            <a:ext cx="3516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Link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0A86-A773-4B74-A74D-7CE1315B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Assembly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6B82F-1E7B-4180-B552-1D00A2A72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866900"/>
            <a:ext cx="11926964" cy="737337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67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294A9F-2DF8-404B-BA4B-17EC9F909AD8}"/>
              </a:ext>
            </a:extLst>
          </p:cNvPr>
          <p:cNvSpPr txBox="1"/>
          <p:nvPr/>
        </p:nvSpPr>
        <p:spPr>
          <a:xfrm>
            <a:off x="838200" y="1485900"/>
            <a:ext cx="14173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How to convert individual part models into a complete functional assembly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importance of dimensional accuracy for proper </a:t>
            </a:r>
            <a:r>
              <a:rPr lang="en-US" sz="3600" dirty="0" err="1"/>
              <a:t>fittingHow</a:t>
            </a:r>
            <a:r>
              <a:rPr lang="en-US" sz="3600" dirty="0"/>
              <a:t> to use different joints to restrict or allow movement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role of alignment in maintaining strength and </a:t>
            </a:r>
            <a:r>
              <a:rPr lang="en-US" sz="3600" dirty="0" err="1"/>
              <a:t>rigidityHow</a:t>
            </a:r>
            <a:r>
              <a:rPr lang="en-US" sz="3600" dirty="0"/>
              <a:t> base brackets support and hold other components in position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E6B47-29CF-4EA3-8AEE-E6194BBAED2D}"/>
              </a:ext>
            </a:extLst>
          </p:cNvPr>
          <p:cNvSpPr txBox="1"/>
          <p:nvPr/>
        </p:nvSpPr>
        <p:spPr>
          <a:xfrm>
            <a:off x="5257800" y="266700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Insights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18305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81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7</vt:lpstr>
      <vt:lpstr>Index</vt:lpstr>
      <vt:lpstr>Different parts </vt:lpstr>
      <vt:lpstr>Final Assembly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15</cp:revision>
  <dcterms:created xsi:type="dcterms:W3CDTF">2025-11-02T10:03:24Z</dcterms:created>
  <dcterms:modified xsi:type="dcterms:W3CDTF">2025-11-26T14:20:10Z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