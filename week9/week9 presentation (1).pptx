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01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 dirty="0"/>
              <a:t>Week</a:t>
            </a:r>
            <a:r>
              <a:rPr sz="6550" spc="-1100" dirty="0"/>
              <a:t> </a:t>
            </a:r>
            <a:r>
              <a:rPr lang="en-US" sz="6550" spc="-600" dirty="0"/>
              <a:t>9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872410"/>
              </p:ext>
            </p:extLst>
          </p:nvPr>
        </p:nvGraphicFramePr>
        <p:xfrm>
          <a:off x="3592827" y="1629647"/>
          <a:ext cx="11092180" cy="716343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5700" dirty="0">
                          <a:latin typeface="Times New Roman"/>
                          <a:cs typeface="Times New Roman"/>
                        </a:rPr>
                        <a:t>Clamp assembly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ABC-7EF8-401A-BF53-06C1765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2015936"/>
          </a:xfrm>
        </p:spPr>
        <p:txBody>
          <a:bodyPr/>
          <a:lstStyle/>
          <a:p>
            <a:r>
              <a:rPr lang="en-IN" sz="6600" dirty="0">
                <a:latin typeface="Times New Roman"/>
                <a:cs typeface="Times New Roman"/>
              </a:rPr>
              <a:t>Different Parts</a:t>
            </a: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B0A5F-7F44-4505-902B-A1732EB0D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9" y="2441543"/>
            <a:ext cx="3657600" cy="4648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C533BC-17F9-471D-8241-BA4FC6AC2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1904" y="2773352"/>
            <a:ext cx="4419600" cy="39845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3CC01E-C29B-4B88-9F5C-B560CADD8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57" y="2956613"/>
            <a:ext cx="3657601" cy="3527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49BE1C-5125-4147-9F99-98D4AE8606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6" y="2459765"/>
            <a:ext cx="4096471" cy="4648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387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1CEE-6270-41E6-9996-14B188E3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5" y="266700"/>
            <a:ext cx="6726750" cy="1016000"/>
          </a:xfrm>
        </p:spPr>
        <p:txBody>
          <a:bodyPr/>
          <a:lstStyle/>
          <a:p>
            <a:r>
              <a:rPr lang="en-US" dirty="0"/>
              <a:t>Finale assembly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8B757-9C39-48EE-876B-D4BC43EE4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638300"/>
            <a:ext cx="12269912" cy="8059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822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CCDE-B902-4796-9036-E8F40B67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802BF-0611-478D-A2A2-FF876AE1057D}"/>
              </a:ext>
            </a:extLst>
          </p:cNvPr>
          <p:cNvSpPr txBox="1"/>
          <p:nvPr/>
        </p:nvSpPr>
        <p:spPr>
          <a:xfrm>
            <a:off x="1600200" y="2171700"/>
            <a:ext cx="14173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Learned about fastener workbench in detail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Different standard size of bolt and nuts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03110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44</Words>
  <Application>Microsoft Office PowerPoint</Application>
  <PresentationFormat>Custom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Tahoma</vt:lpstr>
      <vt:lpstr>Times New Roman</vt:lpstr>
      <vt:lpstr>Trebuchet MS</vt:lpstr>
      <vt:lpstr>Verdana</vt:lpstr>
      <vt:lpstr>Office Theme</vt:lpstr>
      <vt:lpstr>Week 9</vt:lpstr>
      <vt:lpstr>Index</vt:lpstr>
      <vt:lpstr>Different Parts </vt:lpstr>
      <vt:lpstr>Finale assembly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10</cp:revision>
  <dcterms:created xsi:type="dcterms:W3CDTF">2025-11-02T10:03:24Z</dcterms:created>
  <dcterms:modified xsi:type="dcterms:W3CDTF">2025-11-26T14:53:19Z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