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6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540818"/>
              </p:ext>
            </p:extLst>
          </p:nvPr>
        </p:nvGraphicFramePr>
        <p:xfrm>
          <a:off x="3592827" y="1629647"/>
          <a:ext cx="11092180" cy="862203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 err="1">
                          <a:latin typeface="Times New Roman"/>
                          <a:cs typeface="Times New Roman"/>
                        </a:rPr>
                        <a:t>Elbowpipe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 err="1">
                          <a:latin typeface="Times New Roman"/>
                          <a:cs typeface="Times New Roman"/>
                        </a:rPr>
                        <a:t>Tensionrod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2015936"/>
          </a:xfrm>
        </p:spPr>
        <p:txBody>
          <a:bodyPr/>
          <a:lstStyle/>
          <a:p>
            <a:pPr algn="ctr"/>
            <a:r>
              <a:rPr lang="en-IN" sz="6600" b="1" dirty="0">
                <a:latin typeface="Times New Roman"/>
                <a:cs typeface="Times New Roman"/>
              </a:rPr>
              <a:t>Elbow Pipe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D96EA-4F91-405C-B68F-D7A355221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77930"/>
            <a:ext cx="9753600" cy="712569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507527-DD28-486E-9F9B-ABB2DC45F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0" y="2278265"/>
            <a:ext cx="6248400" cy="672281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B31423-5665-419B-9B5D-AF5CB6188AF5}"/>
              </a:ext>
            </a:extLst>
          </p:cNvPr>
          <p:cNvSpPr txBox="1"/>
          <p:nvPr/>
        </p:nvSpPr>
        <p:spPr>
          <a:xfrm>
            <a:off x="11430000" y="1516265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Spreadsheet</a:t>
            </a:r>
            <a:endParaRPr lang="en-IN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94C9-CFAD-4216-90EC-25D5DA83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2015936"/>
          </a:xfrm>
        </p:spPr>
        <p:txBody>
          <a:bodyPr/>
          <a:lstStyle/>
          <a:p>
            <a:pPr algn="ctr"/>
            <a:r>
              <a:rPr lang="en-US" sz="6600" dirty="0" err="1">
                <a:latin typeface="Times New Roman"/>
                <a:cs typeface="Times New Roman"/>
              </a:rPr>
              <a:t>Tensionrod</a:t>
            </a:r>
            <a:br>
              <a:rPr lang="en-US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2712EC-B7D0-47D6-BAA0-A7428BF26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099" y="2019300"/>
            <a:ext cx="10591800" cy="70623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1754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C87E-04DA-4793-86C5-D06A20B1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1F608-C734-4D6E-A0EB-FC5CE4943343}"/>
              </a:ext>
            </a:extLst>
          </p:cNvPr>
          <p:cNvSpPr txBox="1"/>
          <p:nvPr/>
        </p:nvSpPr>
        <p:spPr>
          <a:xfrm>
            <a:off x="1447800" y="2019300"/>
            <a:ext cx="13944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 learned how to control dimensions of the model using a single spreadsheet.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 understood the importance of parametric design where changing one value automatically updates the entire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 learned how to insert standard fasteners like bolts, nuts, and washers directly into my </a:t>
            </a:r>
            <a:r>
              <a:rPr lang="en-US" sz="3200" dirty="0" err="1"/>
              <a:t>design.I</a:t>
            </a:r>
            <a:r>
              <a:rPr lang="en-US" sz="3200" dirty="0"/>
              <a:t> understood the significance of using standardized components for real-world manufacturing.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 learned how to combine, subtract, and intersect solid bodies using Boolean operations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74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111</Words>
  <Application>Microsoft Office PowerPoint</Application>
  <PresentationFormat>Custom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Tahoma</vt:lpstr>
      <vt:lpstr>Times New Roman</vt:lpstr>
      <vt:lpstr>Trebuchet MS</vt:lpstr>
      <vt:lpstr>Verdana</vt:lpstr>
      <vt:lpstr>Office Theme</vt:lpstr>
      <vt:lpstr>Week 6</vt:lpstr>
      <vt:lpstr>Index</vt:lpstr>
      <vt:lpstr>Elbow Pipe </vt:lpstr>
      <vt:lpstr>Tensionrod 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13</cp:revision>
  <dcterms:created xsi:type="dcterms:W3CDTF">2025-11-02T10:03:24Z</dcterms:created>
  <dcterms:modified xsi:type="dcterms:W3CDTF">2025-11-26T13:54:02Z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