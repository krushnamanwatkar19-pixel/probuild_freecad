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5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101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400824" y="1649903"/>
            <a:ext cx="14387194" cy="69316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66843" y="9165842"/>
            <a:ext cx="914399" cy="9143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3370" y="2657222"/>
            <a:ext cx="11296649" cy="24860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884277" y="5270194"/>
            <a:ext cx="251968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65" dirty="0"/>
              <a:t>Week</a:t>
            </a:r>
            <a:r>
              <a:rPr sz="6550" spc="-1100" dirty="0"/>
              <a:t> </a:t>
            </a:r>
            <a:r>
              <a:rPr lang="en-US" sz="6550" spc="-600" dirty="0"/>
              <a:t>6</a:t>
            </a:r>
            <a:endParaRPr sz="6550" dirty="0"/>
          </a:p>
        </p:txBody>
      </p:sp>
      <p:sp>
        <p:nvSpPr>
          <p:cNvPr id="5" name="object 5"/>
          <p:cNvSpPr txBox="1"/>
          <p:nvPr/>
        </p:nvSpPr>
        <p:spPr>
          <a:xfrm>
            <a:off x="17561080" y="296909"/>
            <a:ext cx="127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409" dirty="0">
                <a:solidFill>
                  <a:srgbClr val="0E2944"/>
                </a:solidFill>
                <a:latin typeface="Verdana"/>
                <a:cs typeface="Verdana"/>
              </a:rPr>
              <a:t>1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96424" y="1801546"/>
            <a:ext cx="95123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45" dirty="0">
                <a:latin typeface="Tahoma"/>
                <a:cs typeface="Tahoma"/>
              </a:rPr>
              <a:t>Sr.</a:t>
            </a:r>
            <a:r>
              <a:rPr sz="2900" b="1" spc="-365" dirty="0">
                <a:latin typeface="Tahoma"/>
                <a:cs typeface="Tahoma"/>
              </a:rPr>
              <a:t> </a:t>
            </a:r>
            <a:r>
              <a:rPr sz="2900" b="1" spc="-140" dirty="0">
                <a:latin typeface="Tahoma"/>
                <a:cs typeface="Tahoma"/>
              </a:rPr>
              <a:t>no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15" dirty="0">
                <a:latin typeface="Tahoma"/>
                <a:cs typeface="Tahoma"/>
              </a:rPr>
              <a:t>1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2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3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20" dirty="0">
                <a:latin typeface="Tahoma"/>
                <a:cs typeface="Tahoma"/>
              </a:rPr>
              <a:t>4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7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5</a:t>
            </a:r>
            <a:endParaRPr sz="2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61180" y="1801546"/>
            <a:ext cx="331470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0" dirty="0">
                <a:latin typeface="Tahoma"/>
                <a:cs typeface="Tahoma"/>
              </a:rPr>
              <a:t>Contents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145" dirty="0">
                <a:latin typeface="Tahoma"/>
                <a:cs typeface="Tahoma"/>
              </a:rPr>
              <a:t>Week1Sketch1</a:t>
            </a:r>
            <a:endParaRPr sz="2900">
              <a:latin typeface="Tahoma"/>
              <a:cs typeface="Tahoma"/>
            </a:endParaRPr>
          </a:p>
          <a:p>
            <a:pPr indent="-635" algn="ctr">
              <a:lnSpc>
                <a:spcPct val="330100"/>
              </a:lnSpc>
              <a:spcBef>
                <a:spcPts val="25"/>
              </a:spcBef>
            </a:pPr>
            <a:r>
              <a:rPr sz="2900" b="1" spc="-110" dirty="0">
                <a:latin typeface="Tahoma"/>
                <a:cs typeface="Tahoma"/>
              </a:rPr>
              <a:t>Week1Sketch2 </a:t>
            </a:r>
            <a:r>
              <a:rPr sz="2900" b="1" spc="-190" dirty="0">
                <a:latin typeface="Tahoma"/>
                <a:cs typeface="Tahoma"/>
              </a:rPr>
              <a:t>Week1Assignment1</a:t>
            </a:r>
            <a:endParaRPr sz="2900">
              <a:latin typeface="Tahoma"/>
              <a:cs typeface="Tahoma"/>
            </a:endParaRPr>
          </a:p>
          <a:p>
            <a:pPr algn="ctr">
              <a:lnSpc>
                <a:spcPct val="297400"/>
              </a:lnSpc>
              <a:spcBef>
                <a:spcPts val="540"/>
              </a:spcBef>
            </a:pPr>
            <a:r>
              <a:rPr sz="2900" b="1" spc="-190" dirty="0">
                <a:latin typeface="Tahoma"/>
                <a:cs typeface="Tahoma"/>
              </a:rPr>
              <a:t>Week1Assignment2 </a:t>
            </a:r>
            <a:r>
              <a:rPr sz="2900" b="1" spc="-105" dirty="0">
                <a:latin typeface="Tahoma"/>
                <a:cs typeface="Tahoma"/>
              </a:rPr>
              <a:t>Insights</a:t>
            </a:r>
            <a:endParaRPr sz="29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914622"/>
              </p:ext>
            </p:extLst>
          </p:nvPr>
        </p:nvGraphicFramePr>
        <p:xfrm>
          <a:off x="3592827" y="1629647"/>
          <a:ext cx="11092180" cy="8622030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8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Sr no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index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310" dirty="0"/>
                        <a:t>W</a:t>
                      </a:r>
                      <a:r>
                        <a:rPr lang="en-IN" sz="6000" spc="-330" dirty="0"/>
                        <a:t>ee</a:t>
                      </a:r>
                      <a:r>
                        <a:rPr lang="en-IN" sz="6000" spc="-325" dirty="0"/>
                        <a:t>k6</a:t>
                      </a:r>
                      <a:r>
                        <a:rPr lang="en-IN" sz="6000" spc="-235" dirty="0"/>
                        <a:t>S</a:t>
                      </a:r>
                      <a:r>
                        <a:rPr lang="en-IN" sz="6000" spc="-325" dirty="0"/>
                        <a:t>k</a:t>
                      </a:r>
                      <a:r>
                        <a:rPr lang="en-IN" sz="6000" spc="-330" dirty="0"/>
                        <a:t>e</a:t>
                      </a:r>
                      <a:r>
                        <a:rPr lang="en-IN" sz="6000" spc="-405" dirty="0"/>
                        <a:t>t</a:t>
                      </a:r>
                      <a:r>
                        <a:rPr lang="en-IN" sz="6000" spc="-305" dirty="0"/>
                        <a:t>c</a:t>
                      </a:r>
                      <a:r>
                        <a:rPr lang="en-IN" sz="6000" spc="-320" dirty="0"/>
                        <a:t>h</a:t>
                      </a:r>
                      <a:r>
                        <a:rPr lang="en-IN" sz="6000" spc="140" dirty="0"/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180285" y="49006"/>
            <a:ext cx="192786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330" dirty="0"/>
              <a:t>I</a:t>
            </a:r>
            <a:r>
              <a:rPr sz="6550" spc="-265" dirty="0"/>
              <a:t>n</a:t>
            </a:r>
            <a:r>
              <a:rPr sz="6550" spc="-250" dirty="0"/>
              <a:t>d</a:t>
            </a:r>
            <a:r>
              <a:rPr sz="6550" spc="-270" dirty="0"/>
              <a:t>e</a:t>
            </a:r>
            <a:r>
              <a:rPr sz="6550" spc="204" dirty="0"/>
              <a:t>x</a:t>
            </a:r>
            <a:endParaRPr sz="6550"/>
          </a:p>
        </p:txBody>
      </p:sp>
      <p:sp>
        <p:nvSpPr>
          <p:cNvPr id="6" name="object 6"/>
          <p:cNvSpPr txBox="1"/>
          <p:nvPr/>
        </p:nvSpPr>
        <p:spPr>
          <a:xfrm>
            <a:off x="17542476" y="296909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2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A8ABC-7EF8-401A-BF53-06C17655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2015936"/>
          </a:xfrm>
        </p:spPr>
        <p:txBody>
          <a:bodyPr/>
          <a:lstStyle/>
          <a:p>
            <a:r>
              <a:rPr lang="en-IN" sz="6600" spc="-310" dirty="0"/>
              <a:t>W</a:t>
            </a:r>
            <a:r>
              <a:rPr lang="en-IN" sz="6600" spc="-330" dirty="0"/>
              <a:t>eek4</a:t>
            </a:r>
            <a:r>
              <a:rPr lang="en-IN" sz="6600" spc="-235" dirty="0"/>
              <a:t>S</a:t>
            </a:r>
            <a:r>
              <a:rPr lang="en-IN" sz="6600" spc="-325" dirty="0"/>
              <a:t>k</a:t>
            </a:r>
            <a:r>
              <a:rPr lang="en-IN" sz="6600" spc="-330" dirty="0"/>
              <a:t>e</a:t>
            </a:r>
            <a:r>
              <a:rPr lang="en-IN" sz="6600" spc="-405" dirty="0"/>
              <a:t>t</a:t>
            </a:r>
            <a:r>
              <a:rPr lang="en-IN" sz="6600" spc="-305" dirty="0"/>
              <a:t>c</a:t>
            </a:r>
            <a:r>
              <a:rPr lang="en-IN" sz="6600" spc="-320" dirty="0"/>
              <a:t>h</a:t>
            </a:r>
            <a:r>
              <a:rPr lang="en-IN" sz="6600" spc="140" dirty="0"/>
              <a:t>1</a:t>
            </a:r>
            <a:br>
              <a:rPr lang="en-IN" sz="6600" dirty="0">
                <a:latin typeface="Times New Roman"/>
                <a:cs typeface="Times New Roman"/>
              </a:rPr>
            </a:b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71B6D9-4E58-4BCB-B87A-BE65087AA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4500"/>
            <a:ext cx="7924800" cy="7363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899191-1918-4F93-8286-68AAAEDEB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290" y="2433259"/>
            <a:ext cx="6030167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870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</TotalTime>
  <Words>26</Words>
  <Application>Microsoft Office PowerPoint</Application>
  <PresentationFormat>Custom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Tahoma</vt:lpstr>
      <vt:lpstr>Times New Roman</vt:lpstr>
      <vt:lpstr>Trebuchet MS</vt:lpstr>
      <vt:lpstr>Verdana</vt:lpstr>
      <vt:lpstr>Office Theme</vt:lpstr>
      <vt:lpstr>Week 6</vt:lpstr>
      <vt:lpstr>Index</vt:lpstr>
      <vt:lpstr>Week4Sketch1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ProBUILD - Template</dc:title>
  <dc:creator>Anish Patil</dc:creator>
  <cp:keywords>DAG3R4azbOk,BAFA7nme8DI,0</cp:keywords>
  <cp:lastModifiedBy>Vaishnavi Manwatkar</cp:lastModifiedBy>
  <cp:revision>10</cp:revision>
  <dcterms:created xsi:type="dcterms:W3CDTF">2025-11-02T10:03:24Z</dcterms:created>
  <dcterms:modified xsi:type="dcterms:W3CDTF">2025-11-24T09:05:32Z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Canva</vt:lpwstr>
  </property>
  <property fmtid="{D5CDD505-2E9C-101B-9397-08002B2CF9AE}" pid="4" name="LastSaved">
    <vt:filetime>2025-11-02T00:00:00Z</vt:filetime>
  </property>
  <property fmtid="{D5CDD505-2E9C-101B-9397-08002B2CF9AE}" pid="5" name="Producer">
    <vt:lpwstr>Canva</vt:lpwstr>
  </property>
</Properties>
</file>