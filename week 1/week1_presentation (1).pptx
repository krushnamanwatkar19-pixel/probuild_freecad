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51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0" b="0" i="0">
                <a:solidFill>
                  <a:srgbClr val="0E294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1">
                <a:solidFill>
                  <a:srgbClr val="EC4937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0" i="0">
                <a:solidFill>
                  <a:srgbClr val="0E294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100" b="0" i="1">
                <a:solidFill>
                  <a:srgbClr val="EC4937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0" i="0">
                <a:solidFill>
                  <a:srgbClr val="0E294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AF4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0" i="0">
                <a:solidFill>
                  <a:srgbClr val="0E294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AF4E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185893" y="9165842"/>
            <a:ext cx="914399" cy="9143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80624" y="425607"/>
            <a:ext cx="6726750" cy="101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0" b="0" i="0">
                <a:solidFill>
                  <a:srgbClr val="0E294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400824" y="1649903"/>
            <a:ext cx="14387194" cy="69316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1">
                <a:solidFill>
                  <a:srgbClr val="EC4937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66843" y="9165842"/>
            <a:ext cx="914399" cy="9143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93370" y="2657222"/>
            <a:ext cx="11296649" cy="24860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84277" y="5270194"/>
            <a:ext cx="2519680" cy="1022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550" spc="-65" dirty="0"/>
              <a:t>Week</a:t>
            </a:r>
            <a:r>
              <a:rPr sz="6550" spc="-1100" dirty="0"/>
              <a:t> </a:t>
            </a:r>
            <a:r>
              <a:rPr sz="6550" spc="-600" dirty="0"/>
              <a:t>1</a:t>
            </a:r>
            <a:endParaRPr sz="6550"/>
          </a:p>
        </p:txBody>
      </p:sp>
      <p:sp>
        <p:nvSpPr>
          <p:cNvPr id="5" name="object 5"/>
          <p:cNvSpPr txBox="1"/>
          <p:nvPr/>
        </p:nvSpPr>
        <p:spPr>
          <a:xfrm>
            <a:off x="17561080" y="296909"/>
            <a:ext cx="12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409" dirty="0">
                <a:solidFill>
                  <a:srgbClr val="0E2944"/>
                </a:solidFill>
                <a:latin typeface="Verdana"/>
                <a:cs typeface="Verdana"/>
              </a:rPr>
              <a:t>1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96424" y="1801546"/>
            <a:ext cx="951230" cy="7205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3390"/>
              </a:lnSpc>
            </a:pPr>
            <a:r>
              <a:rPr sz="2900" b="1" spc="-145" dirty="0">
                <a:latin typeface="Tahoma"/>
                <a:cs typeface="Tahoma"/>
              </a:rPr>
              <a:t>Sr.</a:t>
            </a:r>
            <a:r>
              <a:rPr sz="2900" b="1" spc="-365" dirty="0">
                <a:latin typeface="Tahoma"/>
                <a:cs typeface="Tahoma"/>
              </a:rPr>
              <a:t> </a:t>
            </a:r>
            <a:r>
              <a:rPr sz="2900" b="1" spc="-140" dirty="0">
                <a:latin typeface="Tahoma"/>
                <a:cs typeface="Tahoma"/>
              </a:rPr>
              <a:t>no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10"/>
              </a:spcBef>
            </a:pPr>
            <a:endParaRPr sz="2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900" b="1" spc="-515" dirty="0">
                <a:latin typeface="Tahoma"/>
                <a:cs typeface="Tahoma"/>
              </a:rPr>
              <a:t>1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900" b="1" spc="-50" dirty="0">
                <a:latin typeface="Tahoma"/>
                <a:cs typeface="Tahoma"/>
              </a:rPr>
              <a:t>2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10"/>
              </a:spcBef>
            </a:pPr>
            <a:endParaRPr sz="2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900" b="1" spc="-50" dirty="0">
                <a:latin typeface="Tahoma"/>
                <a:cs typeface="Tahoma"/>
              </a:rPr>
              <a:t>3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2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900" b="1" spc="20" dirty="0">
                <a:latin typeface="Tahoma"/>
                <a:cs typeface="Tahoma"/>
              </a:rPr>
              <a:t>4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70"/>
              </a:spcBef>
            </a:pPr>
            <a:endParaRPr sz="2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900" b="1" spc="-50" dirty="0">
                <a:latin typeface="Tahoma"/>
                <a:cs typeface="Tahoma"/>
              </a:rPr>
              <a:t>5</a:t>
            </a:r>
            <a:endParaRPr sz="29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61180" y="1801546"/>
            <a:ext cx="3314700" cy="7205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3390"/>
              </a:lnSpc>
            </a:pPr>
            <a:r>
              <a:rPr sz="2900" b="1" spc="-10" dirty="0">
                <a:latin typeface="Tahoma"/>
                <a:cs typeface="Tahoma"/>
              </a:rPr>
              <a:t>Contents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10"/>
              </a:spcBef>
            </a:pPr>
            <a:endParaRPr sz="2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900" b="1" spc="-145" dirty="0">
                <a:latin typeface="Tahoma"/>
                <a:cs typeface="Tahoma"/>
              </a:rPr>
              <a:t>Week1Sketch1</a:t>
            </a:r>
            <a:endParaRPr sz="2900">
              <a:latin typeface="Tahoma"/>
              <a:cs typeface="Tahoma"/>
            </a:endParaRPr>
          </a:p>
          <a:p>
            <a:pPr indent="-635" algn="ctr">
              <a:lnSpc>
                <a:spcPct val="330100"/>
              </a:lnSpc>
              <a:spcBef>
                <a:spcPts val="25"/>
              </a:spcBef>
            </a:pPr>
            <a:r>
              <a:rPr sz="2900" b="1" spc="-110" dirty="0">
                <a:latin typeface="Tahoma"/>
                <a:cs typeface="Tahoma"/>
              </a:rPr>
              <a:t>Week1Sketch2 </a:t>
            </a:r>
            <a:r>
              <a:rPr sz="2900" b="1" spc="-190" dirty="0">
                <a:latin typeface="Tahoma"/>
                <a:cs typeface="Tahoma"/>
              </a:rPr>
              <a:t>Week1Assignment1</a:t>
            </a:r>
            <a:endParaRPr sz="2900">
              <a:latin typeface="Tahoma"/>
              <a:cs typeface="Tahoma"/>
            </a:endParaRPr>
          </a:p>
          <a:p>
            <a:pPr algn="ctr">
              <a:lnSpc>
                <a:spcPct val="297400"/>
              </a:lnSpc>
              <a:spcBef>
                <a:spcPts val="540"/>
              </a:spcBef>
            </a:pPr>
            <a:r>
              <a:rPr sz="2900" b="1" spc="-190" dirty="0">
                <a:latin typeface="Tahoma"/>
                <a:cs typeface="Tahoma"/>
              </a:rPr>
              <a:t>Week1Assignment2 </a:t>
            </a:r>
            <a:r>
              <a:rPr sz="2900" b="1" spc="-105" dirty="0">
                <a:latin typeface="Tahoma"/>
                <a:cs typeface="Tahoma"/>
              </a:rPr>
              <a:t>Insights</a:t>
            </a:r>
            <a:endParaRPr sz="290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7627633"/>
              </p:ext>
            </p:extLst>
          </p:nvPr>
        </p:nvGraphicFramePr>
        <p:xfrm>
          <a:off x="3592827" y="1629647"/>
          <a:ext cx="11092180" cy="8622030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1332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59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83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5300" dirty="0">
                          <a:latin typeface="Times New Roman"/>
                          <a:cs typeface="Times New Roman"/>
                        </a:rPr>
                        <a:t>Sr no</a:t>
                      </a:r>
                      <a:endParaRPr sz="5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5300" dirty="0">
                          <a:latin typeface="Times New Roman"/>
                          <a:cs typeface="Times New Roman"/>
                        </a:rPr>
                        <a:t>index</a:t>
                      </a:r>
                      <a:endParaRPr sz="5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17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5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6000" spc="-310" dirty="0"/>
                        <a:t>W</a:t>
                      </a:r>
                      <a:r>
                        <a:rPr lang="en-IN" sz="6000" spc="-330" dirty="0"/>
                        <a:t>ee</a:t>
                      </a:r>
                      <a:r>
                        <a:rPr lang="en-IN" sz="6000" spc="-325" dirty="0"/>
                        <a:t>k</a:t>
                      </a:r>
                      <a:r>
                        <a:rPr lang="en-IN" sz="6000" spc="-450" dirty="0"/>
                        <a:t>1</a:t>
                      </a:r>
                      <a:r>
                        <a:rPr lang="en-IN" sz="6000" spc="-235" dirty="0"/>
                        <a:t>S</a:t>
                      </a:r>
                      <a:r>
                        <a:rPr lang="en-IN" sz="6000" spc="-325" dirty="0"/>
                        <a:t>k</a:t>
                      </a:r>
                      <a:r>
                        <a:rPr lang="en-IN" sz="6000" spc="-330" dirty="0"/>
                        <a:t>e</a:t>
                      </a:r>
                      <a:r>
                        <a:rPr lang="en-IN" sz="6000" spc="-405" dirty="0"/>
                        <a:t>t</a:t>
                      </a:r>
                      <a:r>
                        <a:rPr lang="en-IN" sz="6000" spc="-305" dirty="0"/>
                        <a:t>c</a:t>
                      </a:r>
                      <a:r>
                        <a:rPr lang="en-IN" sz="6000" spc="-320" dirty="0"/>
                        <a:t>h</a:t>
                      </a:r>
                      <a:r>
                        <a:rPr lang="en-IN" sz="6000" spc="140" dirty="0"/>
                        <a:t>1</a:t>
                      </a: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585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5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6000" spc="-195" dirty="0"/>
                        <a:t>W</a:t>
                      </a:r>
                      <a:r>
                        <a:rPr lang="en-IN" sz="6000" spc="-215" dirty="0"/>
                        <a:t>ee</a:t>
                      </a:r>
                      <a:r>
                        <a:rPr lang="en-IN" sz="6000" spc="-210" dirty="0"/>
                        <a:t>k</a:t>
                      </a:r>
                      <a:r>
                        <a:rPr lang="en-IN" sz="6000" spc="-335" dirty="0"/>
                        <a:t>1</a:t>
                      </a:r>
                      <a:r>
                        <a:rPr lang="en-IN" sz="6000" spc="-120" dirty="0"/>
                        <a:t>S</a:t>
                      </a:r>
                      <a:r>
                        <a:rPr lang="en-IN" sz="6000" spc="-210" dirty="0"/>
                        <a:t>k</a:t>
                      </a:r>
                      <a:r>
                        <a:rPr lang="en-IN" sz="6000" spc="-215" dirty="0"/>
                        <a:t>e</a:t>
                      </a:r>
                      <a:r>
                        <a:rPr lang="en-IN" sz="6000" spc="-290" dirty="0"/>
                        <a:t>t</a:t>
                      </a:r>
                      <a:r>
                        <a:rPr lang="en-IN" sz="6000" spc="-190" dirty="0"/>
                        <a:t>c</a:t>
                      </a:r>
                      <a:r>
                        <a:rPr lang="en-IN" sz="6000" spc="-204" dirty="0"/>
                        <a:t>h</a:t>
                      </a:r>
                      <a:r>
                        <a:rPr lang="en-IN" sz="6000" spc="254" dirty="0"/>
                        <a:t>2</a:t>
                      </a: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585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5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6000" spc="-275" dirty="0"/>
                        <a:t>W</a:t>
                      </a:r>
                      <a:r>
                        <a:rPr lang="en-IN" sz="6000" spc="-295" dirty="0"/>
                        <a:t>ee</a:t>
                      </a:r>
                      <a:r>
                        <a:rPr lang="en-IN" sz="6000" spc="-290" dirty="0"/>
                        <a:t>k</a:t>
                      </a:r>
                      <a:r>
                        <a:rPr lang="en-IN" sz="6000" spc="-415" dirty="0"/>
                        <a:t>1</a:t>
                      </a:r>
                      <a:r>
                        <a:rPr lang="en-IN" sz="6000" spc="-260" dirty="0"/>
                        <a:t>A</a:t>
                      </a:r>
                      <a:r>
                        <a:rPr lang="en-IN" sz="6000" spc="-210" dirty="0"/>
                        <a:t>ss</a:t>
                      </a:r>
                      <a:r>
                        <a:rPr lang="en-IN" sz="6000" spc="-425" dirty="0"/>
                        <a:t>i</a:t>
                      </a:r>
                      <a:r>
                        <a:rPr lang="en-IN" sz="6000" spc="-235" dirty="0"/>
                        <a:t>g</a:t>
                      </a:r>
                      <a:r>
                        <a:rPr lang="en-IN" sz="6000" spc="-290" dirty="0"/>
                        <a:t>n</a:t>
                      </a:r>
                      <a:r>
                        <a:rPr lang="en-IN" sz="6000" spc="-305" dirty="0"/>
                        <a:t>m</a:t>
                      </a:r>
                      <a:r>
                        <a:rPr lang="en-IN" sz="6000" spc="-295" dirty="0"/>
                        <a:t>e</a:t>
                      </a:r>
                      <a:r>
                        <a:rPr lang="en-IN" sz="6000" spc="-290" dirty="0"/>
                        <a:t>n</a:t>
                      </a:r>
                      <a:r>
                        <a:rPr lang="en-IN" sz="6000" spc="-370" dirty="0"/>
                        <a:t>t</a:t>
                      </a: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138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5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6000" spc="-185" dirty="0"/>
                        <a:t>W</a:t>
                      </a:r>
                      <a:r>
                        <a:rPr lang="en-IN" sz="6000" spc="-204" dirty="0"/>
                        <a:t>ee</a:t>
                      </a:r>
                      <a:r>
                        <a:rPr lang="en-IN" sz="6000" spc="-200" dirty="0"/>
                        <a:t>k</a:t>
                      </a:r>
                      <a:r>
                        <a:rPr lang="en-IN" sz="6000" spc="-325" dirty="0"/>
                        <a:t>1</a:t>
                      </a:r>
                      <a:r>
                        <a:rPr lang="en-IN" sz="6000" spc="-170" dirty="0"/>
                        <a:t>A</a:t>
                      </a:r>
                      <a:r>
                        <a:rPr lang="en-IN" sz="6000" spc="-120" dirty="0"/>
                        <a:t>ss</a:t>
                      </a:r>
                      <a:r>
                        <a:rPr lang="en-IN" sz="6000" spc="-335" dirty="0"/>
                        <a:t>i</a:t>
                      </a:r>
                      <a:r>
                        <a:rPr lang="en-IN" sz="6000" spc="-145" dirty="0"/>
                        <a:t>g</a:t>
                      </a:r>
                      <a:r>
                        <a:rPr lang="en-IN" sz="6000" spc="-200" dirty="0"/>
                        <a:t>n</a:t>
                      </a:r>
                      <a:r>
                        <a:rPr lang="en-IN" sz="6000" spc="-215" dirty="0"/>
                        <a:t>m</a:t>
                      </a:r>
                      <a:r>
                        <a:rPr lang="en-IN" sz="6000" spc="-204" dirty="0"/>
                        <a:t>e</a:t>
                      </a:r>
                      <a:r>
                        <a:rPr lang="en-IN" sz="6000" spc="-200" dirty="0"/>
                        <a:t>n</a:t>
                      </a:r>
                      <a:r>
                        <a:rPr lang="en-IN" sz="6000" spc="-280" dirty="0"/>
                        <a:t>t</a:t>
                      </a:r>
                      <a:r>
                        <a:rPr lang="en-IN" sz="6000" spc="265" dirty="0"/>
                        <a:t>2</a:t>
                      </a: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138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180285" y="49006"/>
            <a:ext cx="1927860" cy="1022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550" spc="-330" dirty="0"/>
              <a:t>I</a:t>
            </a:r>
            <a:r>
              <a:rPr sz="6550" spc="-265" dirty="0"/>
              <a:t>n</a:t>
            </a:r>
            <a:r>
              <a:rPr sz="6550" spc="-250" dirty="0"/>
              <a:t>d</a:t>
            </a:r>
            <a:r>
              <a:rPr sz="6550" spc="-270" dirty="0"/>
              <a:t>e</a:t>
            </a:r>
            <a:r>
              <a:rPr sz="6550" spc="204" dirty="0"/>
              <a:t>x</a:t>
            </a:r>
            <a:endParaRPr sz="6550"/>
          </a:p>
        </p:txBody>
      </p:sp>
      <p:sp>
        <p:nvSpPr>
          <p:cNvPr id="6" name="object 6"/>
          <p:cNvSpPr txBox="1"/>
          <p:nvPr/>
        </p:nvSpPr>
        <p:spPr>
          <a:xfrm>
            <a:off x="17542476" y="296909"/>
            <a:ext cx="163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solidFill>
                  <a:srgbClr val="0E2944"/>
                </a:solidFill>
                <a:latin typeface="Verdana"/>
                <a:cs typeface="Verdana"/>
              </a:rPr>
              <a:t>2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85893" y="9165842"/>
            <a:ext cx="914399" cy="9143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44002" y="2557550"/>
            <a:ext cx="6734174" cy="625792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4080">
              <a:lnSpc>
                <a:spcPct val="100000"/>
              </a:lnSpc>
              <a:spcBef>
                <a:spcPts val="100"/>
              </a:spcBef>
            </a:pPr>
            <a:r>
              <a:rPr spc="-310" dirty="0"/>
              <a:t>W</a:t>
            </a:r>
            <a:r>
              <a:rPr spc="-330" dirty="0"/>
              <a:t>ee</a:t>
            </a:r>
            <a:r>
              <a:rPr spc="-325" dirty="0"/>
              <a:t>k</a:t>
            </a:r>
            <a:r>
              <a:rPr spc="-450" dirty="0"/>
              <a:t>1</a:t>
            </a:r>
            <a:r>
              <a:rPr spc="-235" dirty="0"/>
              <a:t>S</a:t>
            </a:r>
            <a:r>
              <a:rPr spc="-325" dirty="0"/>
              <a:t>k</a:t>
            </a:r>
            <a:r>
              <a:rPr spc="-330" dirty="0"/>
              <a:t>e</a:t>
            </a:r>
            <a:r>
              <a:rPr spc="-405" dirty="0"/>
              <a:t>t</a:t>
            </a:r>
            <a:r>
              <a:rPr spc="-305" dirty="0"/>
              <a:t>c</a:t>
            </a:r>
            <a:r>
              <a:rPr spc="-320" dirty="0"/>
              <a:t>h</a:t>
            </a:r>
            <a:r>
              <a:rPr spc="140" dirty="0"/>
              <a:t>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7538904" y="296909"/>
            <a:ext cx="171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solidFill>
                  <a:srgbClr val="0E2944"/>
                </a:solidFill>
                <a:latin typeface="Verdana"/>
                <a:cs typeface="Verdana"/>
              </a:rPr>
              <a:t>3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A0BE04-6077-40E8-A881-F5EF217346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2532702"/>
            <a:ext cx="7173326" cy="61063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85893" y="9165842"/>
            <a:ext cx="914399" cy="9143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58400" y="1638300"/>
            <a:ext cx="6686549" cy="626744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6769">
              <a:lnSpc>
                <a:spcPct val="100000"/>
              </a:lnSpc>
              <a:spcBef>
                <a:spcPts val="100"/>
              </a:spcBef>
            </a:pPr>
            <a:r>
              <a:rPr spc="-195" dirty="0"/>
              <a:t>W</a:t>
            </a:r>
            <a:r>
              <a:rPr spc="-215" dirty="0"/>
              <a:t>ee</a:t>
            </a:r>
            <a:r>
              <a:rPr spc="-210" dirty="0"/>
              <a:t>k</a:t>
            </a:r>
            <a:r>
              <a:rPr spc="-335" dirty="0"/>
              <a:t>1</a:t>
            </a:r>
            <a:r>
              <a:rPr spc="-120" dirty="0"/>
              <a:t>S</a:t>
            </a:r>
            <a:r>
              <a:rPr spc="-210" dirty="0"/>
              <a:t>k</a:t>
            </a:r>
            <a:r>
              <a:rPr spc="-215" dirty="0"/>
              <a:t>e</a:t>
            </a:r>
            <a:r>
              <a:rPr spc="-290" dirty="0"/>
              <a:t>t</a:t>
            </a:r>
            <a:r>
              <a:rPr spc="-190" dirty="0"/>
              <a:t>c</a:t>
            </a:r>
            <a:r>
              <a:rPr spc="-204" dirty="0"/>
              <a:t>h</a:t>
            </a:r>
            <a:r>
              <a:rPr spc="254" dirty="0"/>
              <a:t>2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7538904" y="296909"/>
            <a:ext cx="171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solidFill>
                  <a:srgbClr val="0E2944"/>
                </a:solidFill>
                <a:latin typeface="Verdana"/>
                <a:cs typeface="Verdana"/>
              </a:rPr>
              <a:t>3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B1F162-9128-4419-87DA-B338E32F97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019300"/>
            <a:ext cx="914400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85893" y="9165842"/>
            <a:ext cx="914399" cy="9143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34181" y="2466406"/>
            <a:ext cx="5638799" cy="635317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100"/>
              </a:spcBef>
            </a:pPr>
            <a:r>
              <a:rPr spc="-275" dirty="0"/>
              <a:t>W</a:t>
            </a:r>
            <a:r>
              <a:rPr spc="-295" dirty="0"/>
              <a:t>ee</a:t>
            </a:r>
            <a:r>
              <a:rPr spc="-290" dirty="0"/>
              <a:t>k</a:t>
            </a:r>
            <a:r>
              <a:rPr spc="-415" dirty="0"/>
              <a:t>1</a:t>
            </a:r>
            <a:r>
              <a:rPr spc="-260" dirty="0"/>
              <a:t>A</a:t>
            </a:r>
            <a:r>
              <a:rPr spc="-210" dirty="0"/>
              <a:t>ss</a:t>
            </a:r>
            <a:r>
              <a:rPr spc="-425" dirty="0"/>
              <a:t>i</a:t>
            </a:r>
            <a:r>
              <a:rPr spc="-235" dirty="0"/>
              <a:t>g</a:t>
            </a:r>
            <a:r>
              <a:rPr spc="-290" dirty="0"/>
              <a:t>n</a:t>
            </a:r>
            <a:r>
              <a:rPr spc="-305" dirty="0"/>
              <a:t>m</a:t>
            </a:r>
            <a:r>
              <a:rPr spc="-295" dirty="0"/>
              <a:t>e</a:t>
            </a:r>
            <a:r>
              <a:rPr spc="-290" dirty="0"/>
              <a:t>n</a:t>
            </a:r>
            <a:r>
              <a:rPr spc="-370" dirty="0"/>
              <a:t>t</a:t>
            </a:r>
            <a:r>
              <a:rPr lang="en-IN" spc="175" dirty="0"/>
              <a:t>2</a:t>
            </a:r>
            <a:endParaRPr spc="175" dirty="0"/>
          </a:p>
        </p:txBody>
      </p:sp>
      <p:sp>
        <p:nvSpPr>
          <p:cNvPr id="6" name="object 6"/>
          <p:cNvSpPr txBox="1"/>
          <p:nvPr/>
        </p:nvSpPr>
        <p:spPr>
          <a:xfrm>
            <a:off x="17538904" y="296909"/>
            <a:ext cx="171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solidFill>
                  <a:srgbClr val="0E2944"/>
                </a:solidFill>
                <a:latin typeface="Verdana"/>
                <a:cs typeface="Verdana"/>
              </a:rPr>
              <a:t>3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855D10-30DC-4D05-AC6F-16AC07B2F7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030621"/>
            <a:ext cx="9450119" cy="713522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85893" y="9165842"/>
            <a:ext cx="914399" cy="9143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58236" y="2722496"/>
            <a:ext cx="5695949" cy="635317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5" dirty="0"/>
              <a:t>W</a:t>
            </a:r>
            <a:r>
              <a:rPr spc="-204" dirty="0"/>
              <a:t>ee</a:t>
            </a:r>
            <a:r>
              <a:rPr spc="-200" dirty="0"/>
              <a:t>k</a:t>
            </a:r>
            <a:r>
              <a:rPr spc="-325" dirty="0"/>
              <a:t>1</a:t>
            </a:r>
            <a:r>
              <a:rPr spc="-170" dirty="0"/>
              <a:t>A</a:t>
            </a:r>
            <a:r>
              <a:rPr spc="-120" dirty="0"/>
              <a:t>ss</a:t>
            </a:r>
            <a:r>
              <a:rPr spc="-335" dirty="0"/>
              <a:t>i</a:t>
            </a:r>
            <a:r>
              <a:rPr spc="-145" dirty="0"/>
              <a:t>g</a:t>
            </a:r>
            <a:r>
              <a:rPr spc="-200" dirty="0"/>
              <a:t>n</a:t>
            </a:r>
            <a:r>
              <a:rPr spc="-215" dirty="0"/>
              <a:t>m</a:t>
            </a:r>
            <a:r>
              <a:rPr spc="-204" dirty="0"/>
              <a:t>e</a:t>
            </a:r>
            <a:r>
              <a:rPr spc="-200" dirty="0"/>
              <a:t>n</a:t>
            </a:r>
            <a:r>
              <a:rPr spc="-280" dirty="0"/>
              <a:t>t</a:t>
            </a:r>
            <a:r>
              <a:rPr spc="265" dirty="0"/>
              <a:t>2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7538904" y="296909"/>
            <a:ext cx="171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solidFill>
                  <a:srgbClr val="0E2944"/>
                </a:solidFill>
                <a:latin typeface="Verdana"/>
                <a:cs typeface="Verdana"/>
              </a:rPr>
              <a:t>3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DB0F7F-D651-48BA-802A-7A89A00AEB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07081"/>
            <a:ext cx="9296400" cy="72685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</TotalTime>
  <Words>39</Words>
  <Application>Microsoft Office PowerPoint</Application>
  <PresentationFormat>Custom</PresentationFormat>
  <Paragraphs>41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Tahoma</vt:lpstr>
      <vt:lpstr>Times New Roman</vt:lpstr>
      <vt:lpstr>Trebuchet MS</vt:lpstr>
      <vt:lpstr>Verdana</vt:lpstr>
      <vt:lpstr>Office Theme</vt:lpstr>
      <vt:lpstr>Week 1</vt:lpstr>
      <vt:lpstr>Index</vt:lpstr>
      <vt:lpstr>Week1Sketch1</vt:lpstr>
      <vt:lpstr>Week1Sketch2</vt:lpstr>
      <vt:lpstr>Week1Assignment2</vt:lpstr>
      <vt:lpstr>Week1Assignment2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ProBUILD - Template</dc:title>
  <dc:creator>Anish Patil</dc:creator>
  <cp:keywords>DAG3R4azbOk,BAFA7nme8DI,0</cp:keywords>
  <cp:lastModifiedBy>Vaishnavi Manwatkar</cp:lastModifiedBy>
  <cp:revision>3</cp:revision>
  <dcterms:created xsi:type="dcterms:W3CDTF">2025-11-02T10:03:24Z</dcterms:created>
  <dcterms:modified xsi:type="dcterms:W3CDTF">2025-11-02T11:18:06Z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2025-11-01T00:00:00Z</vt:filetime>
  </property>
  <property fmtid="{D5CDD505-2E9C-101B-9397-08002B2CF9AE}" pid="3" name="Creator">
    <vt:lpwstr>Canva</vt:lpwstr>
  </property>
  <property fmtid="{D5CDD505-2E9C-101B-9397-08002B2CF9AE}" pid="4" name="LastSaved">
    <vt:filetime>2025-11-02T00:00:00Z</vt:filetime>
  </property>
  <property fmtid="{D5CDD505-2E9C-101B-9397-08002B2CF9AE}" pid="5" name="Producer">
    <vt:lpwstr>Canva</vt:lpwstr>
  </property>
</Properties>
</file>